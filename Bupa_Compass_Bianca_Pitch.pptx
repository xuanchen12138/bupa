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9aa1cfd5ee4dd8" /><Relationship Type="http://schemas.openxmlformats.org/officeDocument/2006/relationships/extended-properties" Target="/docProps/app.xml" Id="Rdaf3746c7e244918" /><Relationship Type="http://schemas.openxmlformats.org/officeDocument/2006/relationships/officeDocument" Target="/ppt/presentation.xml" Id="R27474606ee0c4ed3" /></Relationships>
</file>

<file path=ppt/presentation.xml><?xml version="1.0" encoding="utf-8"?>
<p:presentation xmlns:p="http://schemas.openxmlformats.org/presentationml/2006/main">
  <p:sldMasterIdLst>
    <p:sldMasterId xmlns:r="http://schemas.openxmlformats.org/officeDocument/2006/relationships" id="2147483648" r:id="R1bfd8ab85eef49ac"/>
  </p:sldMasterIdLst>
  <p:notesMasterIdLst>
    <p:notesMasterId xmlns:r="http://schemas.openxmlformats.org/officeDocument/2006/relationships" r:id="R5f5b346b5d2e4108"/>
  </p:notesMasterIdLst>
  <p:sldIdLst>
    <p:sldId xmlns:r="http://schemas.openxmlformats.org/officeDocument/2006/relationships" id="256" r:id="Rb01e8238bca64b84"/>
    <p:sldId xmlns:r="http://schemas.openxmlformats.org/officeDocument/2006/relationships" id="257" r:id="R2d01c4869f144a24"/>
    <p:sldId xmlns:r="http://schemas.openxmlformats.org/officeDocument/2006/relationships" id="258" r:id="Rd50c3f68c5da49be"/>
    <p:sldId xmlns:r="http://schemas.openxmlformats.org/officeDocument/2006/relationships" id="259" r:id="Ra74ac282308d4e44"/>
    <p:sldId xmlns:r="http://schemas.openxmlformats.org/officeDocument/2006/relationships" id="260" r:id="Ra862d8d8a8844e5e"/>
    <p:sldId xmlns:r="http://schemas.openxmlformats.org/officeDocument/2006/relationships" id="261" r:id="R0d7e3de644574a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c4e62d6f4c4798" /><Relationship Type="http://schemas.openxmlformats.org/officeDocument/2006/relationships/slideMaster" Target="/ppt/slideMasters/slideMaster1.xml" Id="R1bfd8ab85eef49ac" /><Relationship Type="http://schemas.openxmlformats.org/officeDocument/2006/relationships/notesMaster" Target="/ppt/notesMasters/notesMaster1.xml" Id="R5f5b346b5d2e4108" /><Relationship Type="http://schemas.openxmlformats.org/officeDocument/2006/relationships/presProps" Target="/ppt/presProps.xml" Id="R1ae0bb483e2c4b1d" /><Relationship Type="http://schemas.openxmlformats.org/officeDocument/2006/relationships/tableStyles" Target="/ppt/tableStyles.xml" Id="Ra4119e7728a14faf" /><Relationship Type="http://schemas.openxmlformats.org/officeDocument/2006/relationships/slide" Target="/ppt/slides/slide1.xml" Id="Rb01e8238bca64b84" /><Relationship Type="http://schemas.openxmlformats.org/officeDocument/2006/relationships/slide" Target="/ppt/slides/slide2.xml" Id="R2d01c4869f144a24" /><Relationship Type="http://schemas.openxmlformats.org/officeDocument/2006/relationships/slide" Target="/ppt/slides/slide3.xml" Id="Rd50c3f68c5da49be" /><Relationship Type="http://schemas.openxmlformats.org/officeDocument/2006/relationships/slide" Target="/ppt/slides/slide4.xml" Id="Ra74ac282308d4e44" /><Relationship Type="http://schemas.openxmlformats.org/officeDocument/2006/relationships/slide" Target="/ppt/slides/slide5.xml" Id="Ra862d8d8a8844e5e" /><Relationship Type="http://schemas.openxmlformats.org/officeDocument/2006/relationships/slide" Target="/ppt/slides/slide6.xml" Id="R0d7e3de644574a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360e4f43334a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ac2a25e96249c6" /><Relationship Type="http://schemas.openxmlformats.org/officeDocument/2006/relationships/notesMaster" Target="/ppt/notesMasters/notesMaster1.xml" Id="R4778a0c0d8d440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0fd37fcbad467c" /><Relationship Type="http://schemas.openxmlformats.org/officeDocument/2006/relationships/notesMaster" Target="/ppt/notesMasters/notesMaster1.xml" Id="R2f84959c7f0b47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1ab3818fc74519" /><Relationship Type="http://schemas.openxmlformats.org/officeDocument/2006/relationships/notesMaster" Target="/ppt/notesMasters/notesMaster1.xml" Id="Rb027de29f6ab47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78537d603c4d29" /><Relationship Type="http://schemas.openxmlformats.org/officeDocument/2006/relationships/notesMaster" Target="/ppt/notesMasters/notesMaster1.xml" Id="R84d857231e6949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ded36f5e9e4f7e" /><Relationship Type="http://schemas.openxmlformats.org/officeDocument/2006/relationships/notesMaster" Target="/ppt/notesMasters/notesMaster1.xml" Id="Rca59aa4900704c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adbadff7574bb3" /><Relationship Type="http://schemas.openxmlformats.org/officeDocument/2006/relationships/notesMaster" Target="/ppt/notesMasters/notesMaster1.xml" Id="R4e7b7718b6e04b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Meet Bianca. She is 21, has just arrived in Melbourne and is starting her bachelor’s degree. She has Bupa OSHC, but she does not yet understand Australian healthcare. GP, hospital or online doctor? What is covered, and what must she pay upfront? Bupa already offers useful services. Compass gives international students one starting point to navigate them. This is our deliberate first market, with a practical path to expansion.</a:t>
            </a:r>
          </a:p>
          <a:p xmlns:a="http://schemas.openxmlformats.org/drawingml/2006/main">
            <a:r>
              <a:t/>
            </a:r>
          </a:p>
          <a:p xmlns:a="http://schemas.openxmlformats.org/drawingml/2006/main">
            <a:r>
              <a:t>Source: user-supplied pitch text, 28 September 2026.</a:t>
            </a:r>
          </a:p>
          <a:p xmlns:a="http://schemas.openxmlformats.org/drawingml/2006/main">
            <a:r>
              <a:t>Source: https://www.bupa.com.au/health-insurance/oshc</a:t>
            </a:r>
          </a:p>
          <a:p xmlns:a="http://schemas.openxmlformats.org/drawingml/2006/main">
            <a:r>
              <a:t>Source: https://www.bupa.com.au/health-insurance/oshc/feeling-sick</a:t>
            </a:r>
          </a:p>
          <a:p xmlns:a="http://schemas.openxmlformats.org/drawingml/2006/main">
            <a:r>
              <a:t>Timing: 0:00–0:32. Bianca is an illustrative persona, not an actual member or customer research result. OSHC means Overseas Student Health Cover. Existing services include Blua, Bupa-friendly GPs, cover guidance and student support.</a:t>
            </a:r>
          </a:p>
          <a:p xmlns:a="http://schemas.openxmlformats.org/drawingml/2006/main">
            <a:r>
              <a:t>Visual: fictional Bianca portrait generated with built-in imagegen. All Compass interfaces and workflows depict a concept proposal, not a live Bupa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Trust begins before Bianca gets sick. Compass uses her membership and cover first. She can optionally add language, appointment time, travel and cost preferences. Each request explains the benefit, purpose and duration. Bianca chooses a 90-day permission period and can change her choices anytime. The principle is simple: earn additional information by making healthcare easier.</a:t>
            </a:r>
          </a:p>
          <a:p xmlns:a="http://schemas.openxmlformats.org/drawingml/2006/main">
            <a:r>
              <a:t/>
            </a:r>
          </a:p>
          <a:p xmlns:a="http://schemas.openxmlformats.org/drawingml/2006/main">
            <a:r>
              <a:t>Source: user-supplied pitch text, 28 September 2026.</a:t>
            </a:r>
          </a:p>
          <a:p xmlns:a="http://schemas.openxmlformats.org/drawingml/2006/main">
            <a:r>
              <a:t/>
            </a:r>
          </a:p>
          <a:p xmlns:a="http://schemas.openxmlformats.org/drawingml/2006/main">
            <a:r>
              <a:t>Timing: 0:32–0:58. The 90-day period and premium boundary are proposed Compass design choices, not verified descriptions of Bupa’s current processing. Initial recommendations should remain available when optional preferences are declined. Each item would expose its specific purpose, benefit and expiry in the detailed consent interaction.</a:t>
            </a:r>
          </a:p>
          <a:p xmlns:a="http://schemas.openxmlformats.org/drawingml/2006/main">
            <a:r>
              <a:t>Visual: fictional Bianca portrait generated with built-in imagegen. All Compass interfaces and workflows depict a concept proposal, not a live Bupa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months later, Bianca develops persistent knee pain. She opens Compass and selects pain or injury. Relevant care pathways are available using her cover. To personalise those options, Compass explains what preferences would improve. Because her earlier permission may have expired, Bianca reviews and renews her choices before they are used. The value is visible before the decision.</a:t>
            </a:r>
          </a:p>
          <a:p xmlns:a="http://schemas.openxmlformats.org/drawingml/2006/main">
            <a:r>
              <a:t/>
            </a:r>
          </a:p>
          <a:p xmlns:a="http://schemas.openxmlformats.org/drawingml/2006/main">
            <a:r>
              <a:t>Source: user-supplied pitch text, 28 September 2026.</a:t>
            </a:r>
          </a:p>
          <a:p xmlns:a="http://schemas.openxmlformats.org/drawingml/2006/main">
            <a:r>
              <a:t>Source: https://www.bupa.com.au/health-insurance/oshc/feeling-sick</a:t>
            </a:r>
          </a:p>
          <a:p xmlns:a="http://schemas.openxmlformats.org/drawingml/2006/main">
            <a:r>
              <a:t>Timing: 0:58–1:24. The text alone cannot reliably establish a non-emergency. The proposed flow must include an appropriate safety screen and emergency routing, including 000 when relevant. Expired preference permissions must not silently remain active. Review/renew involves fresh confirmation or re-entry if the previous information was deleted.</a:t>
            </a:r>
          </a:p>
          <a:p xmlns:a="http://schemas.openxmlformats.org/drawingml/2006/main">
            <a:r>
              <a:t>Visual: fictional Bianca portrait generated with built-in imagegen. All Compass interfaces and workflows depict a concept proposal, not a live Bupa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Compass considers four things: safety and pathway, eligibility, personal fit, and a clear explanation. It can present an online doctor or a nearby Bupa-friendly GP, depending on current availability and cover. Bianca sees why an option fits her needs and which information was used. Direct claiming may reduce upfront payment, but it does not guarantee free care. Compass navigates, while clinicians diagnose.</a:t>
            </a:r>
          </a:p>
          <a:p xmlns:a="http://schemas.openxmlformats.org/drawingml/2006/main">
            <a:r>
              <a:t/>
            </a:r>
          </a:p>
          <a:p xmlns:a="http://schemas.openxmlformats.org/drawingml/2006/main">
            <a:r>
              <a:t>Source: user-supplied pitch text, 28 September 2026.</a:t>
            </a:r>
          </a:p>
          <a:p xmlns:a="http://schemas.openxmlformats.org/drawingml/2006/main">
            <a:r>
              <a:t>Source: https://blua.bupa.com.au/online-doctors</a:t>
            </a:r>
          </a:p>
          <a:p xmlns:a="http://schemas.openxmlformats.org/drawingml/2006/main">
            <a:r>
              <a:t>Source: https://www.bupa.com.au/health-insurance/oshc/members-help-guide/find-a-doctor</a:t>
            </a:r>
          </a:p>
          <a:p xmlns:a="http://schemas.openxmlformats.org/drawingml/2006/main">
            <a:r>
              <a:t>Timing: 1:24–1:53. These are illustrative recommendations, with no real booking inventory, prices or member eligibility integration asserted. Blua offers 24/7 online general doctor appointments to eligible OSHC members under fund and policy rules. Preferred language support may not be available 24/7. Eligibility and payment information require authoritative rules and current verification.</a:t>
            </a:r>
          </a:p>
          <a:p xmlns:a="http://schemas.openxmlformats.org/drawingml/2006/main">
            <a:r>
              <a:t>Visual: fictional Bianca portrait generated with built-in imagegen. All Compass interfaces and workflows depict a concept proposal, not a live Bupa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Bianca chooses the GP, and Compass creates a care journey. It checks whether she accessed care, then asks permission to follow up a week later. Better, same or worse? Bianca chooses same. Compass helps her find the next appropriate step without making a diagnosis. If her clinician later recommends specialist care, it supports the appointments, cover information and follow-up throughout.</a:t>
            </a:r>
          </a:p>
          <a:p xmlns:a="http://schemas.openxmlformats.org/drawingml/2006/main">
            <a:r>
              <a:t/>
            </a:r>
          </a:p>
          <a:p xmlns:a="http://schemas.openxmlformats.org/drawingml/2006/main">
            <a:r>
              <a:t>Source: user-supplied pitch text, 28 September 2026.</a:t>
            </a:r>
          </a:p>
          <a:p xmlns:a="http://schemas.openxmlformats.org/drawingml/2006/main">
            <a:r>
              <a:t/>
            </a:r>
          </a:p>
          <a:p xmlns:a="http://schemas.openxmlformats.org/drawingml/2006/main">
            <a:r>
              <a:t>Timing: 1:53–2:22. Follow-up is opt-in and can be stopped. Better/same/worse is self-reported feedback and is not sufficient on its own for triage or treatment changes. Healthcare professionals decide referrals, procedures and rehabilitation. If clinically appropriate, the journey can extend through specialist appointments, treatment and recovery. Booking and communication feedback stays distinct from a clinical outcome assessment.</a:t>
            </a:r>
          </a:p>
          <a:p xmlns:a="http://schemas.openxmlformats.org/drawingml/2006/main">
            <a:r>
              <a:t>Visual: fictional Bianca portrait generated with built-in imagegen. All Compass interfaces and workflows depict a concept proposal, not a live Bupa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Feedback closes the loop. With permission, Compass learns what made care easier, while keeping service experience separate from health outcomes. Six months later, Bianca can confirm her preferences again. The next journey can start with more useful context while she stays in control. International students provide a focused starting point, with a clear onboarding moment and existing Bupa services. Once validated, the same navigation and trust infrastructure can serve broader members. Bupa Compass personalises care while keeping premiums outside the proposed design.</a:t>
            </a:r>
          </a:p>
          <a:p xmlns:a="http://schemas.openxmlformats.org/drawingml/2006/main">
            <a:r>
              <a:t/>
            </a:r>
          </a:p>
          <a:p xmlns:a="http://schemas.openxmlformats.org/drawingml/2006/main">
            <a:r>
              <a:t>Source: user-supplied pitch text, 28 September 2026.</a:t>
            </a:r>
          </a:p>
          <a:p xmlns:a="http://schemas.openxmlformats.org/drawingml/2006/main">
            <a:r>
              <a:t/>
            </a:r>
          </a:p>
          <a:p xmlns:a="http://schemas.openxmlformats.org/drawingml/2006/main">
            <a:r>
              <a:t>Timing: 2:22–3:00. This flywheel describes intended product value, not measured improvement or proven clinical outcomes. Arrows in the concept are represented by clockwise numbering. Reuse requires a valid retention basis and renewed permission. If the previous 90-day period caused deletion, Bianca re-enters her preferences. Expansion is proposed only after validation with international students. The final line states a Compass product boundary rather than current Bupa practice.</a:t>
            </a:r>
          </a:p>
          <a:p xmlns:a="http://schemas.openxmlformats.org/drawingml/2006/main">
            <a:r>
              <a:t>Visual: fictional Bianca portrait generated with built-in imagegen. All Compass interfaces and workflows depict a concept proposal, not a live Bupa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bc02bc22f44b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6f0fd7c8b9400e" /><Relationship Type="http://schemas.openxmlformats.org/officeDocument/2006/relationships/slideLayout" Target="/ppt/slideLayouts/slideLayout1.xml" Id="R7d707a6ed4574e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707a6ed4574e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f0defa7c2c4dbd" /><Relationship Type="http://schemas.openxmlformats.org/officeDocument/2006/relationships/image" Target="/ppt/media/image.png" Id="R8d89646305ce4134" /><Relationship Type="http://schemas.openxmlformats.org/officeDocument/2006/relationships/image" Target="/ppt/media/image2.png" Id="R463cc3b2968e4758" /><Relationship Type="http://schemas.openxmlformats.org/officeDocument/2006/relationships/notesSlide" Target="/ppt/notesSlides/notesSlide1.xml" Id="R6243bc2196eb4e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7df3118840d4b72" /><Relationship Type="http://schemas.openxmlformats.org/officeDocument/2006/relationships/image" Target="/ppt/media/image3.png" Id="R54aff0643f444af2" /><Relationship Type="http://schemas.openxmlformats.org/officeDocument/2006/relationships/notesSlide" Target="/ppt/notesSlides/notesSlide2.xml" Id="R0820a2ea9c3942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3814e92bfa4c0b" /><Relationship Type="http://schemas.openxmlformats.org/officeDocument/2006/relationships/image" Target="/ppt/media/image4.png" Id="R591053c467bb487b" /><Relationship Type="http://schemas.openxmlformats.org/officeDocument/2006/relationships/notesSlide" Target="/ppt/notesSlides/notesSlide3.xml" Id="R4211f5ec33fd45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5b6082140af4f9f" /><Relationship Type="http://schemas.openxmlformats.org/officeDocument/2006/relationships/image" Target="/ppt/media/image5.png" Id="Rd80eaa48d2e24788" /><Relationship Type="http://schemas.openxmlformats.org/officeDocument/2006/relationships/notesSlide" Target="/ppt/notesSlides/notesSlide4.xml" Id="Rc147583b81f64d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e7747efe19640eb" /><Relationship Type="http://schemas.openxmlformats.org/officeDocument/2006/relationships/image" Target="/ppt/media/image6.png" Id="R23c53c821eff4326" /><Relationship Type="http://schemas.openxmlformats.org/officeDocument/2006/relationships/image" Target="/ppt/media/image7.png" Id="R00e6a1d9c3404f28" /><Relationship Type="http://schemas.openxmlformats.org/officeDocument/2006/relationships/notesSlide" Target="/ppt/notesSlides/notesSlide5.xml" Id="R609c908a1c9741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a1880bbbb940a2" /><Relationship Type="http://schemas.openxmlformats.org/officeDocument/2006/relationships/image" Target="/ppt/media/image8.png" Id="R62c6d564651d4108" /><Relationship Type="http://schemas.openxmlformats.org/officeDocument/2006/relationships/image" Target="/ppt/media/image9.png" Id="R092cdfd5ca774da9" /><Relationship Type="http://schemas.openxmlformats.org/officeDocument/2006/relationships/notesSlide" Target="/ppt/notesSlides/notesSlide6.xml" Id="R040a19cd0f2546d7" /></Relationships>
</file>

<file path=ppt/slides/slide1.xml><?xml version="1.0" encoding="utf-8"?>
<p:sld xmlns:p="http://schemas.openxmlformats.org/presentationml/2006/main">
  <p:cSld>
    <p:bg>
      <p:bgPr>
        <a:solidFill xmlns:a="http://schemas.openxmlformats.org/drawingml/2006/main">
          <a:srgbClr val="0079C8"/>
        </a:solidFill>
      </p:bgPr>
    </p:bg>
    <p:spTree>
      <p:nvGrpSpPr>
        <p:cNvPr id="1" name=""/>
        <p:cNvGrpSpPr/>
        <p:nvPr/>
      </p:nvGrpSpPr>
      <p:grpSpPr>
        <a:xfrm xmlns:a="http://schemas.openxmlformats.org/drawingml/2006/main"/>
      </p:grpSpPr>
      <p:sp>
        <p:nvSpPr>
          <p:cNvPr id="32" name="textbox-1">
            <a:extLst xmlns:a="http://schemas.openxmlformats.org/drawingml/2006/main">
              <a:ext uri="{FF2B5EF4-FFF2-40B4-BE49-F238E27FC236}">
                <a16:creationId xmlns:a16="http://schemas.microsoft.com/office/drawing/2014/main" id="{14F7D8DB-8C86-4AC7-85DD-847AF29C6316}"/>
              </a:ext>
            </a:extLst>
          </p:cNvPr>
          <p:cNvSpPr>
            <a:spLocks xmlns:a="http://schemas.openxmlformats.org/drawingml/2006/main" noGrp="1"/>
          </p:cNvSpPr>
          <p:nvPr/>
        </p:nvSpPr>
        <p:spPr>
          <a:xfrm xmlns:a="http://schemas.openxmlformats.org/drawingml/2006/main">
            <a:off x="609600" y="257175"/>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Bupa Compass</a:t>
            </a:r>
          </a:p>
        </p:txBody>
      </p:sp>
      <p:sp>
        <p:nvSpPr>
          <p:cNvPr id="2" name="textbox-2">
            <a:extLst xmlns:a="http://schemas.openxmlformats.org/drawingml/2006/main">
              <a:ext uri="{FF2B5EF4-FFF2-40B4-BE49-F238E27FC236}">
                <a16:creationId xmlns:a16="http://schemas.microsoft.com/office/drawing/2014/main" id="{6B65B87E-A2D9-40FC-B98E-8D1250C99074}"/>
              </a:ext>
            </a:extLst>
          </p:cNvPr>
          <p:cNvSpPr>
            <a:spLocks xmlns:a="http://schemas.openxmlformats.org/drawingml/2006/main" noGrp="1"/>
          </p:cNvSpPr>
          <p:nvPr/>
        </p:nvSpPr>
        <p:spPr>
          <a:xfrm xmlns:a="http://schemas.openxmlformats.org/drawingml/2006/main">
            <a:off x="8629650" y="35242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BDE5FF"/>
                </a:solidFill>
                <a:latin typeface="Segoe UI"/>
                <a:ea typeface="Segoe UI"/>
                <a:cs typeface="Segoe UI"/>
              </a:defRPr>
            </a:pPr>
            <a:r>
              <a:rPr sz="1050" b="0">
                <a:solidFill>
                  <a:srgbClr val="BDE5FF"/>
                </a:solidFill>
                <a:latin typeface="Segoe UI"/>
                <a:ea typeface="Segoe UI"/>
                <a:cs typeface="Segoe UI"/>
              </a:rPr>
              <a:t>CONCEPT PROPOSAL   /   01</a:t>
            </a:r>
          </a:p>
        </p:txBody>
      </p:sp>
      <p:sp>
        <p:nvSpPr>
          <p:cNvPr id="3" name="textbox-3">
            <a:extLst xmlns:a="http://schemas.openxmlformats.org/drawingml/2006/main">
              <a:ext uri="{FF2B5EF4-FFF2-40B4-BE49-F238E27FC236}">
                <a16:creationId xmlns:a16="http://schemas.microsoft.com/office/drawing/2014/main" id="{58830506-171A-41A7-8723-836263D8EBB4}"/>
              </a:ext>
            </a:extLst>
          </p:cNvPr>
          <p:cNvSpPr>
            <a:spLocks xmlns:a="http://schemas.openxmlformats.org/drawingml/2006/main" noGrp="1"/>
          </p:cNvSpPr>
          <p:nvPr/>
        </p:nvSpPr>
        <p:spPr>
          <a:xfrm xmlns:a="http://schemas.openxmlformats.org/drawingml/2006/main">
            <a:off x="609600" y="971550"/>
            <a:ext cx="6953250" cy="19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Segoe UI"/>
                <a:ea typeface="Segoe UI"/>
                <a:cs typeface="Segoe UI"/>
              </a:defRPr>
            </a:pPr>
            <a:r>
              <a:rPr sz="4350" b="1">
                <a:solidFill>
                  <a:srgbClr val="FFFFFF"/>
                </a:solidFill>
                <a:latin typeface="Segoe UI"/>
                <a:ea typeface="Segoe UI"/>
                <a:cs typeface="Segoe UI"/>
              </a:rPr>
              <a:t>Bianca has cover.</a:t>
            </a:r>
          </a:p>
          <a:p xmlns:a="http://schemas.openxmlformats.org/drawingml/2006/main">
            <a:pPr algn="l">
              <a:defRPr sz="4350" b="1">
                <a:solidFill>
                  <a:srgbClr val="FFFFFF"/>
                </a:solidFill>
                <a:latin typeface="Segoe UI"/>
                <a:ea typeface="Segoe UI"/>
                <a:cs typeface="Segoe UI"/>
              </a:defRPr>
            </a:pPr>
            <a:r>
              <a:rPr sz="4350" b="1">
                <a:solidFill>
                  <a:srgbClr val="FFFFFF"/>
                </a:solidFill>
                <a:latin typeface="Segoe UI"/>
                <a:ea typeface="Segoe UI"/>
                <a:cs typeface="Segoe UI"/>
              </a:rPr>
              <a:t>Her next step</a:t>
            </a:r>
          </a:p>
          <a:p xmlns:a="http://schemas.openxmlformats.org/drawingml/2006/main">
            <a:pPr algn="l">
              <a:defRPr sz="4350" b="1">
                <a:solidFill>
                  <a:srgbClr val="FFFFFF"/>
                </a:solidFill>
                <a:latin typeface="Segoe UI"/>
                <a:ea typeface="Segoe UI"/>
                <a:cs typeface="Segoe UI"/>
              </a:defRPr>
            </a:pPr>
            <a:r>
              <a:rPr sz="4350" b="1">
                <a:solidFill>
                  <a:srgbClr val="FFFFFF"/>
                </a:solidFill>
                <a:latin typeface="Segoe UI"/>
                <a:ea typeface="Segoe UI"/>
                <a:cs typeface="Segoe UI"/>
              </a:rPr>
              <a:t>is less clear.</a:t>
            </a:r>
          </a:p>
        </p:txBody>
      </p:sp>
      <p:sp>
        <p:nvSpPr>
          <p:cNvPr id="4" name="textbox-4">
            <a:extLst xmlns:a="http://schemas.openxmlformats.org/drawingml/2006/main">
              <a:ext uri="{FF2B5EF4-FFF2-40B4-BE49-F238E27FC236}">
                <a16:creationId xmlns:a16="http://schemas.microsoft.com/office/drawing/2014/main" id="{7EFC35F2-E00A-44B5-A30A-7098B1367353}"/>
              </a:ext>
            </a:extLst>
          </p:cNvPr>
          <p:cNvSpPr>
            <a:spLocks xmlns:a="http://schemas.openxmlformats.org/drawingml/2006/main" noGrp="1"/>
          </p:cNvSpPr>
          <p:nvPr/>
        </p:nvSpPr>
        <p:spPr>
          <a:xfrm xmlns:a="http://schemas.openxmlformats.org/drawingml/2006/main">
            <a:off x="647700" y="3171825"/>
            <a:ext cx="51435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Segoe UI"/>
                <a:ea typeface="Segoe UI"/>
                <a:cs typeface="Segoe UI"/>
              </a:defRPr>
            </a:pPr>
            <a:r>
              <a:rPr sz="2025" b="0">
                <a:solidFill>
                  <a:srgbClr val="FFFFFF"/>
                </a:solidFill>
                <a:latin typeface="Segoe UI"/>
                <a:ea typeface="Segoe UI"/>
                <a:cs typeface="Segoe UI"/>
              </a:rPr>
              <a:t>21. New to Melbourne.</a:t>
            </a:r>
          </a:p>
          <a:p xmlns:a="http://schemas.openxmlformats.org/drawingml/2006/main">
            <a:pPr algn="l">
              <a:defRPr sz="2025" b="0">
                <a:solidFill>
                  <a:srgbClr val="FFFFFF"/>
                </a:solidFill>
                <a:latin typeface="Segoe UI"/>
                <a:ea typeface="Segoe UI"/>
                <a:cs typeface="Segoe UI"/>
              </a:defRPr>
            </a:pPr>
            <a:r>
              <a:rPr sz="2025" b="0">
                <a:solidFill>
                  <a:srgbClr val="FFFFFF"/>
                </a:solidFill>
                <a:latin typeface="Segoe UI"/>
                <a:ea typeface="Segoe UI"/>
                <a:cs typeface="Segoe UI"/>
              </a:rPr>
              <a:t>First-year bachelor student.</a:t>
            </a:r>
          </a:p>
          <a:p xmlns:a="http://schemas.openxmlformats.org/drawingml/2006/main">
            <a:pPr algn="l">
              <a:defRPr sz="2025" b="0">
                <a:solidFill>
                  <a:srgbClr val="FFFFFF"/>
                </a:solidFill>
                <a:latin typeface="Segoe UI"/>
                <a:ea typeface="Segoe UI"/>
                <a:cs typeface="Segoe UI"/>
              </a:defRPr>
            </a:pPr>
            <a:r>
              <a:rPr sz="2025" b="0">
                <a:solidFill>
                  <a:srgbClr val="FFFFFF"/>
                </a:solidFill>
                <a:latin typeface="Segoe UI"/>
                <a:ea typeface="Segoe UI"/>
                <a:cs typeface="Segoe UI"/>
              </a:rPr>
              <a:t>Bupa OSHC member.</a:t>
            </a:r>
          </a:p>
        </p:txBody>
      </p:sp>
      <p:sp>
        <p:nvSpPr>
          <p:cNvPr id="5" name="textbox-5">
            <a:extLst xmlns:a="http://schemas.openxmlformats.org/drawingml/2006/main">
              <a:ext uri="{FF2B5EF4-FFF2-40B4-BE49-F238E27FC236}">
                <a16:creationId xmlns:a16="http://schemas.microsoft.com/office/drawing/2014/main" id="{314235AB-51F6-4E13-9684-6A7DDBEC1950}"/>
              </a:ext>
            </a:extLst>
          </p:cNvPr>
          <p:cNvSpPr>
            <a:spLocks xmlns:a="http://schemas.openxmlformats.org/drawingml/2006/main" noGrp="1"/>
          </p:cNvSpPr>
          <p:nvPr/>
        </p:nvSpPr>
        <p:spPr>
          <a:xfrm xmlns:a="http://schemas.openxmlformats.org/drawingml/2006/main">
            <a:off x="647700" y="4438650"/>
            <a:ext cx="62579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FFFFFF"/>
                </a:solidFill>
                <a:latin typeface="Segoe UI"/>
                <a:ea typeface="Segoe UI"/>
                <a:cs typeface="Segoe UI"/>
              </a:defRPr>
            </a:pPr>
            <a:r>
              <a:rPr sz="2100" b="0">
                <a:solidFill>
                  <a:srgbClr val="FFFFFF"/>
                </a:solidFill>
                <a:latin typeface="Segoe UI"/>
                <a:ea typeface="Segoe UI"/>
                <a:cs typeface="Segoe UI"/>
              </a:rPr>
              <a:t>A GP or a hospital?</a:t>
            </a:r>
          </a:p>
          <a:p xmlns:a="http://schemas.openxmlformats.org/drawingml/2006/main">
            <a:pPr algn="l">
              <a:defRPr sz="2100" b="0">
                <a:solidFill>
                  <a:srgbClr val="FFFFFF"/>
                </a:solidFill>
                <a:latin typeface="Segoe UI"/>
                <a:ea typeface="Segoe UI"/>
                <a:cs typeface="Segoe UI"/>
              </a:defRPr>
            </a:pPr>
            <a:r>
              <a:rPr sz="2100" b="0">
                <a:solidFill>
                  <a:srgbClr val="FFFFFF"/>
                </a:solidFill>
                <a:latin typeface="Segoe UI"/>
                <a:ea typeface="Segoe UI"/>
                <a:cs typeface="Segoe UI"/>
              </a:rPr>
              <a:t>What is covered? Will I pay upfront?</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8d89646305ce4134"/>
          <a:stretch xmlns:a="http://schemas.openxmlformats.org/drawingml/2006/main"/>
        </p:blipFill>
        <p:spPr>
          <a:xfrm xmlns:a="http://schemas.openxmlformats.org/drawingml/2006/main">
            <a:off x="7477125" y="1276350"/>
            <a:ext cx="4019550" cy="4019550"/>
          </a:xfrm>
          <a:prstGeom xmlns:a="http://schemas.openxmlformats.org/drawingml/2006/main" prst="rect">
            <a:avLst/>
          </a:prstGeom>
        </p:spPr>
      </p:pic>
      <p:sp>
        <p:nvSpPr>
          <p:cNvPr id="7" name="textbox-6">
            <a:extLst xmlns:a="http://schemas.openxmlformats.org/drawingml/2006/main">
              <a:ext uri="{FF2B5EF4-FFF2-40B4-BE49-F238E27FC236}">
                <a16:creationId xmlns:a16="http://schemas.microsoft.com/office/drawing/2014/main" id="{A78111F0-9BC3-4C67-BBA9-46D01D05BC11}"/>
              </a:ext>
            </a:extLst>
          </p:cNvPr>
          <p:cNvSpPr>
            <a:spLocks xmlns:a="http://schemas.openxmlformats.org/drawingml/2006/main" noGrp="1"/>
          </p:cNvSpPr>
          <p:nvPr/>
        </p:nvSpPr>
        <p:spPr>
          <a:xfrm xmlns:a="http://schemas.openxmlformats.org/drawingml/2006/main">
            <a:off x="7400925" y="5295900"/>
            <a:ext cx="41433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FFFFFF"/>
                </a:solidFill>
                <a:latin typeface="Segoe UI"/>
                <a:ea typeface="Segoe UI"/>
                <a:cs typeface="Segoe UI"/>
              </a:defRPr>
            </a:pPr>
            <a:r>
              <a:rPr sz="1875" b="1">
                <a:solidFill>
                  <a:srgbClr val="FFFFFF"/>
                </a:solidFill>
                <a:latin typeface="Segoe UI"/>
                <a:ea typeface="Segoe UI"/>
                <a:cs typeface="Segoe UI"/>
              </a:rPr>
              <a:t>Compass connects her</a:t>
            </a:r>
          </a:p>
          <a:p xmlns:a="http://schemas.openxmlformats.org/drawingml/2006/main">
            <a:pPr algn="ctr">
              <a:defRPr sz="1875" b="1">
                <a:solidFill>
                  <a:srgbClr val="FFFFFF"/>
                </a:solidFill>
                <a:latin typeface="Segoe UI"/>
                <a:ea typeface="Segoe UI"/>
                <a:cs typeface="Segoe UI"/>
              </a:defRPr>
            </a:pPr>
            <a:r>
              <a:rPr sz="1875" b="1">
                <a:solidFill>
                  <a:srgbClr val="FFFFFF"/>
                </a:solidFill>
                <a:latin typeface="Segoe UI"/>
                <a:ea typeface="Segoe UI"/>
                <a:cs typeface="Segoe UI"/>
              </a:rPr>
              <a:t>to existing Bupa services</a:t>
            </a:r>
          </a:p>
        </p:txBody>
      </p:sp>
      <p:sp>
        <p:nvSpPr>
          <p:cNvPr id="8" name="textbox-7">
            <a:extLst xmlns:a="http://schemas.openxmlformats.org/drawingml/2006/main">
              <a:ext uri="{FF2B5EF4-FFF2-40B4-BE49-F238E27FC236}">
                <a16:creationId xmlns:a16="http://schemas.microsoft.com/office/drawing/2014/main" id="{A6B79C67-8BED-4EE6-8098-4915A399A7D7}"/>
              </a:ext>
            </a:extLst>
          </p:cNvPr>
          <p:cNvSpPr>
            <a:spLocks xmlns:a="http://schemas.openxmlformats.org/drawingml/2006/main" noGrp="1"/>
          </p:cNvSpPr>
          <p:nvPr/>
        </p:nvSpPr>
        <p:spPr>
          <a:xfrm xmlns:a="http://schemas.openxmlformats.org/drawingml/2006/main">
            <a:off x="647700" y="5476875"/>
            <a:ext cx="690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International students are our first market</a:t>
            </a:r>
          </a:p>
        </p:txBody>
      </p:sp>
      <p:sp>
        <p:nvSpPr>
          <p:cNvPr id="9" name="rect-8">
            <a:extLst xmlns:a="http://schemas.openxmlformats.org/drawingml/2006/main">
              <a:ext uri="{FF2B5EF4-FFF2-40B4-BE49-F238E27FC236}">
                <a16:creationId xmlns:a16="http://schemas.microsoft.com/office/drawing/2014/main" id="{BF209DA6-C8D4-4294-83A1-8F854AE77550}"/>
              </a:ext>
            </a:extLst>
          </p:cNvPr>
          <p:cNvSpPr>
            <a:spLocks xmlns:a="http://schemas.openxmlformats.org/drawingml/2006/main" noGrp="1"/>
          </p:cNvSpPr>
          <p:nvPr/>
        </p:nvSpPr>
        <p:spPr>
          <a:xfrm xmlns:a="http://schemas.openxmlformats.org/drawingml/2006/main">
            <a:off x="0" y="6096000"/>
            <a:ext cx="12192000" cy="762000"/>
          </a:xfrm>
          <a:prstGeom xmlns:a="http://schemas.openxmlformats.org/drawingml/2006/main" prst="rect">
            <a:avLst/>
          </a:prstGeom>
          <a:solidFill xmlns:a="http://schemas.openxmlformats.org/drawingml/2006/main">
            <a:srgbClr val="00335B"/>
          </a:solidFill>
          <a:ln xmlns:a="http://schemas.openxmlformats.org/drawingml/2006/main" w="0">
            <a:noFill/>
            <a:prstDash val="solid"/>
          </a:ln>
        </p:spPr>
      </p:sp>
      <p:sp>
        <p:nvSpPr>
          <p:cNvPr id="10" name="line-9">
            <a:extLst xmlns:a="http://schemas.openxmlformats.org/drawingml/2006/main">
              <a:ext uri="{FF2B5EF4-FFF2-40B4-BE49-F238E27FC236}">
                <a16:creationId xmlns:a16="http://schemas.microsoft.com/office/drawing/2014/main" id="{F3C56898-3281-4A60-83D0-29C7A025C484}"/>
              </a:ext>
            </a:extLst>
          </p:cNvPr>
          <p:cNvSpPr>
            <a:spLocks xmlns:a="http://schemas.openxmlformats.org/drawingml/2006/main" noGrp="1"/>
          </p:cNvSpPr>
          <p:nvPr/>
        </p:nvSpPr>
        <p:spPr>
          <a:xfrm xmlns:a="http://schemas.openxmlformats.org/drawingml/2006/main">
            <a:off x="1028700" y="6315075"/>
            <a:ext cx="1685925" cy="0"/>
          </a:xfrm>
          <a:prstGeom xmlns:a="http://schemas.openxmlformats.org/drawingml/2006/main" prst="line">
            <a:avLst/>
          </a:prstGeom>
          <a:noFill xmlns:a="http://schemas.openxmlformats.org/drawingml/2006/main"/>
          <a:ln xmlns:a="http://schemas.openxmlformats.org/drawingml/2006/main" w="19050">
            <a:solidFill>
              <a:srgbClr val="376484"/>
            </a:solidFill>
            <a:prstDash val="solid"/>
          </a:ln>
        </p:spPr>
      </p:sp>
      <p:sp>
        <p:nvSpPr>
          <p:cNvPr id="11" name="line-10">
            <a:extLst xmlns:a="http://schemas.openxmlformats.org/drawingml/2006/main">
              <a:ext uri="{FF2B5EF4-FFF2-40B4-BE49-F238E27FC236}">
                <a16:creationId xmlns:a16="http://schemas.microsoft.com/office/drawing/2014/main" id="{CDF448EE-E143-41EE-8BE7-EA79A5A62141}"/>
              </a:ext>
            </a:extLst>
          </p:cNvPr>
          <p:cNvSpPr>
            <a:spLocks xmlns:a="http://schemas.openxmlformats.org/drawingml/2006/main" noGrp="1"/>
          </p:cNvSpPr>
          <p:nvPr/>
        </p:nvSpPr>
        <p:spPr>
          <a:xfrm xmlns:a="http://schemas.openxmlformats.org/drawingml/2006/main">
            <a:off x="2714625" y="6315075"/>
            <a:ext cx="1685925" cy="0"/>
          </a:xfrm>
          <a:prstGeom xmlns:a="http://schemas.openxmlformats.org/drawingml/2006/main" prst="line">
            <a:avLst/>
          </a:prstGeom>
          <a:noFill xmlns:a="http://schemas.openxmlformats.org/drawingml/2006/main"/>
          <a:ln xmlns:a="http://schemas.openxmlformats.org/drawingml/2006/main" w="19050">
            <a:solidFill>
              <a:srgbClr val="376484"/>
            </a:solidFill>
            <a:prstDash val="solid"/>
          </a:ln>
        </p:spPr>
      </p:sp>
      <p:sp>
        <p:nvSpPr>
          <p:cNvPr id="12" name="line-11">
            <a:extLst xmlns:a="http://schemas.openxmlformats.org/drawingml/2006/main">
              <a:ext uri="{FF2B5EF4-FFF2-40B4-BE49-F238E27FC236}">
                <a16:creationId xmlns:a16="http://schemas.microsoft.com/office/drawing/2014/main" id="{48911072-074C-47AC-9AB1-1C7021F257BD}"/>
              </a:ext>
            </a:extLst>
          </p:cNvPr>
          <p:cNvSpPr>
            <a:spLocks xmlns:a="http://schemas.openxmlformats.org/drawingml/2006/main" noGrp="1"/>
          </p:cNvSpPr>
          <p:nvPr/>
        </p:nvSpPr>
        <p:spPr>
          <a:xfrm xmlns:a="http://schemas.openxmlformats.org/drawingml/2006/main">
            <a:off x="4400550" y="6315075"/>
            <a:ext cx="1685925" cy="0"/>
          </a:xfrm>
          <a:prstGeom xmlns:a="http://schemas.openxmlformats.org/drawingml/2006/main" prst="line">
            <a:avLst/>
          </a:prstGeom>
          <a:noFill xmlns:a="http://schemas.openxmlformats.org/drawingml/2006/main"/>
          <a:ln xmlns:a="http://schemas.openxmlformats.org/drawingml/2006/main" w="19050">
            <a:solidFill>
              <a:srgbClr val="376484"/>
            </a:solidFill>
            <a:prstDash val="solid"/>
          </a:ln>
        </p:spPr>
      </p:sp>
      <p:sp>
        <p:nvSpPr>
          <p:cNvPr id="13" name="line-12">
            <a:extLst xmlns:a="http://schemas.openxmlformats.org/drawingml/2006/main">
              <a:ext uri="{FF2B5EF4-FFF2-40B4-BE49-F238E27FC236}">
                <a16:creationId xmlns:a16="http://schemas.microsoft.com/office/drawing/2014/main" id="{3D90D302-9882-4BA9-9903-C355F536F159}"/>
              </a:ext>
            </a:extLst>
          </p:cNvPr>
          <p:cNvSpPr>
            <a:spLocks xmlns:a="http://schemas.openxmlformats.org/drawingml/2006/main" noGrp="1"/>
          </p:cNvSpPr>
          <p:nvPr/>
        </p:nvSpPr>
        <p:spPr>
          <a:xfrm xmlns:a="http://schemas.openxmlformats.org/drawingml/2006/main">
            <a:off x="6086475" y="6315075"/>
            <a:ext cx="1685925" cy="0"/>
          </a:xfrm>
          <a:prstGeom xmlns:a="http://schemas.openxmlformats.org/drawingml/2006/main" prst="line">
            <a:avLst/>
          </a:prstGeom>
          <a:noFill xmlns:a="http://schemas.openxmlformats.org/drawingml/2006/main"/>
          <a:ln xmlns:a="http://schemas.openxmlformats.org/drawingml/2006/main" w="19050">
            <a:solidFill>
              <a:srgbClr val="376484"/>
            </a:solidFill>
            <a:prstDash val="solid"/>
          </a:ln>
        </p:spPr>
      </p:sp>
      <p:sp>
        <p:nvSpPr>
          <p:cNvPr id="14" name="line-13">
            <a:extLst xmlns:a="http://schemas.openxmlformats.org/drawingml/2006/main">
              <a:ext uri="{FF2B5EF4-FFF2-40B4-BE49-F238E27FC236}">
                <a16:creationId xmlns:a16="http://schemas.microsoft.com/office/drawing/2014/main" id="{04BDEEF0-15D5-4E94-B058-7BD84A300169}"/>
              </a:ext>
            </a:extLst>
          </p:cNvPr>
          <p:cNvSpPr>
            <a:spLocks xmlns:a="http://schemas.openxmlformats.org/drawingml/2006/main" noGrp="1"/>
          </p:cNvSpPr>
          <p:nvPr/>
        </p:nvSpPr>
        <p:spPr>
          <a:xfrm xmlns:a="http://schemas.openxmlformats.org/drawingml/2006/main">
            <a:off x="7772400" y="6315075"/>
            <a:ext cx="1685925" cy="0"/>
          </a:xfrm>
          <a:prstGeom xmlns:a="http://schemas.openxmlformats.org/drawingml/2006/main" prst="line">
            <a:avLst/>
          </a:prstGeom>
          <a:noFill xmlns:a="http://schemas.openxmlformats.org/drawingml/2006/main"/>
          <a:ln xmlns:a="http://schemas.openxmlformats.org/drawingml/2006/main" w="19050">
            <a:solidFill>
              <a:srgbClr val="376484"/>
            </a:solidFill>
            <a:prstDash val="solid"/>
          </a:ln>
        </p:spPr>
      </p:sp>
      <p:sp>
        <p:nvSpPr>
          <p:cNvPr id="15" name="line-14">
            <a:extLst xmlns:a="http://schemas.openxmlformats.org/drawingml/2006/main">
              <a:ext uri="{FF2B5EF4-FFF2-40B4-BE49-F238E27FC236}">
                <a16:creationId xmlns:a16="http://schemas.microsoft.com/office/drawing/2014/main" id="{3BC74017-8BA9-4756-B263-65044F837839}"/>
              </a:ext>
            </a:extLst>
          </p:cNvPr>
          <p:cNvSpPr>
            <a:spLocks xmlns:a="http://schemas.openxmlformats.org/drawingml/2006/main" noGrp="1"/>
          </p:cNvSpPr>
          <p:nvPr/>
        </p:nvSpPr>
        <p:spPr>
          <a:xfrm xmlns:a="http://schemas.openxmlformats.org/drawingml/2006/main">
            <a:off x="9458325" y="6315075"/>
            <a:ext cx="1685925" cy="0"/>
          </a:xfrm>
          <a:prstGeom xmlns:a="http://schemas.openxmlformats.org/drawingml/2006/main" prst="line">
            <a:avLst/>
          </a:prstGeom>
          <a:noFill xmlns:a="http://schemas.openxmlformats.org/drawingml/2006/main"/>
          <a:ln xmlns:a="http://schemas.openxmlformats.org/drawingml/2006/main" w="19050">
            <a:solidFill>
              <a:srgbClr val="376484"/>
            </a:solidFill>
            <a:prstDash val="solid"/>
          </a:ln>
        </p:spPr>
      </p:sp>
      <p:sp>
        <p:nvSpPr>
          <p:cNvPr id="16" name="ellipse-15">
            <a:extLst xmlns:a="http://schemas.openxmlformats.org/drawingml/2006/main">
              <a:ext uri="{FF2B5EF4-FFF2-40B4-BE49-F238E27FC236}">
                <a16:creationId xmlns:a16="http://schemas.microsoft.com/office/drawing/2014/main" id="{13CD1C3F-223C-4A38-8F67-5B85E41C2051}"/>
              </a:ext>
            </a:extLst>
          </p:cNvPr>
          <p:cNvSpPr>
            <a:spLocks xmlns:a="http://schemas.openxmlformats.org/drawingml/2006/main" noGrp="1"/>
          </p:cNvSpPr>
          <p:nvPr/>
        </p:nvSpPr>
        <p:spPr>
          <a:xfrm xmlns:a="http://schemas.openxmlformats.org/drawingml/2006/main">
            <a:off x="962025" y="6248400"/>
            <a:ext cx="133350" cy="133350"/>
          </a:xfrm>
          <a:prstGeom xmlns:a="http://schemas.openxmlformats.org/drawingml/2006/main" prst="ellipse">
            <a:avLst/>
          </a:prstGeom>
          <a:solidFill xmlns:a="http://schemas.openxmlformats.org/drawingml/2006/main">
            <a:srgbClr val="00335B"/>
          </a:solidFill>
          <a:ln xmlns:a="http://schemas.openxmlformats.org/drawingml/2006/main" w="14288">
            <a:solidFill>
              <a:srgbClr val="6691AF"/>
            </a:solidFill>
            <a:prstDash val="solid"/>
          </a:ln>
        </p:spPr>
      </p:sp>
      <p:sp>
        <p:nvSpPr>
          <p:cNvPr id="17" name="textbox-16">
            <a:extLst xmlns:a="http://schemas.openxmlformats.org/drawingml/2006/main">
              <a:ext uri="{FF2B5EF4-FFF2-40B4-BE49-F238E27FC236}">
                <a16:creationId xmlns:a16="http://schemas.microsoft.com/office/drawing/2014/main" id="{57F9B429-38D7-42F5-B712-1E7E699D07AC}"/>
              </a:ext>
            </a:extLst>
          </p:cNvPr>
          <p:cNvSpPr>
            <a:spLocks xmlns:a="http://schemas.openxmlformats.org/drawingml/2006/main" noGrp="1"/>
          </p:cNvSpPr>
          <p:nvPr/>
        </p:nvSpPr>
        <p:spPr>
          <a:xfrm xmlns:a="http://schemas.openxmlformats.org/drawingml/2006/main">
            <a:off x="36195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Segoe UI"/>
                <a:ea typeface="Segoe UI"/>
                <a:cs typeface="Segoe UI"/>
              </a:defRPr>
            </a:pPr>
            <a:r>
              <a:rPr sz="1050" b="1">
                <a:solidFill>
                  <a:srgbClr val="FFFFFF"/>
                </a:solidFill>
                <a:latin typeface="Segoe UI"/>
                <a:ea typeface="Segoe UI"/>
                <a:cs typeface="Segoe UI"/>
              </a:rPr>
              <a:t>ARRIVE</a:t>
            </a:r>
          </a:p>
        </p:txBody>
      </p:sp>
      <p:sp>
        <p:nvSpPr>
          <p:cNvPr id="18" name="ellipse-17">
            <a:extLst xmlns:a="http://schemas.openxmlformats.org/drawingml/2006/main">
              <a:ext uri="{FF2B5EF4-FFF2-40B4-BE49-F238E27FC236}">
                <a16:creationId xmlns:a16="http://schemas.microsoft.com/office/drawing/2014/main" id="{1D1B16CE-218E-41B6-823D-C41481696338}"/>
              </a:ext>
            </a:extLst>
          </p:cNvPr>
          <p:cNvSpPr>
            <a:spLocks xmlns:a="http://schemas.openxmlformats.org/drawingml/2006/main" noGrp="1"/>
          </p:cNvSpPr>
          <p:nvPr/>
        </p:nvSpPr>
        <p:spPr>
          <a:xfrm xmlns:a="http://schemas.openxmlformats.org/drawingml/2006/main">
            <a:off x="771525" y="6038850"/>
            <a:ext cx="514350" cy="514350"/>
          </a:xfrm>
          <a:prstGeom xmlns:a="http://schemas.openxmlformats.org/drawingml/2006/main" prst="ellipse">
            <a:avLst/>
          </a:prstGeom>
          <a:solidFill xmlns:a="http://schemas.openxmlformats.org/drawingml/2006/main">
            <a:srgbClr val="FFFFFF"/>
          </a:solidFill>
          <a:ln xmlns:a="http://schemas.openxmlformats.org/drawingml/2006/main" w="23813">
            <a:solidFill>
              <a:srgbClr val="BDE5FF"/>
            </a:solidFill>
            <a:prstDash val="solid"/>
          </a:ln>
        </p:spPr>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463cc3b2968e4758"/>
          <a:srcRect xmlns:a="http://schemas.openxmlformats.org/drawingml/2006/main" l="0" t="0" r="0" b="0"/>
          <a:stretch xmlns:a="http://schemas.openxmlformats.org/drawingml/2006/main">
            <a:fillRect l="0" t="0" r="0" b="0"/>
          </a:stretch>
        </p:blipFill>
        <p:spPr>
          <a:xfrm xmlns:a="http://schemas.openxmlformats.org/drawingml/2006/main">
            <a:off x="800100" y="6067425"/>
            <a:ext cx="457200" cy="457200"/>
          </a:xfrm>
          <a:prstGeom xmlns:a="http://schemas.openxmlformats.org/drawingml/2006/main" prst="ellipse">
            <a:avLst/>
          </a:prstGeom>
        </p:spPr>
      </p:pic>
      <p:sp>
        <p:nvSpPr>
          <p:cNvPr id="20" name="ellipse-18">
            <a:extLst xmlns:a="http://schemas.openxmlformats.org/drawingml/2006/main">
              <a:ext uri="{FF2B5EF4-FFF2-40B4-BE49-F238E27FC236}">
                <a16:creationId xmlns:a16="http://schemas.microsoft.com/office/drawing/2014/main" id="{69ACBB73-AFDF-498A-9F37-01E8649E5456}"/>
              </a:ext>
            </a:extLst>
          </p:cNvPr>
          <p:cNvSpPr>
            <a:spLocks xmlns:a="http://schemas.openxmlformats.org/drawingml/2006/main" noGrp="1"/>
          </p:cNvSpPr>
          <p:nvPr/>
        </p:nvSpPr>
        <p:spPr>
          <a:xfrm xmlns:a="http://schemas.openxmlformats.org/drawingml/2006/main">
            <a:off x="2647950" y="6248400"/>
            <a:ext cx="133350" cy="133350"/>
          </a:xfrm>
          <a:prstGeom xmlns:a="http://schemas.openxmlformats.org/drawingml/2006/main" prst="ellipse">
            <a:avLst/>
          </a:prstGeom>
          <a:solidFill xmlns:a="http://schemas.openxmlformats.org/drawingml/2006/main">
            <a:srgbClr val="00335B"/>
          </a:solidFill>
          <a:ln xmlns:a="http://schemas.openxmlformats.org/drawingml/2006/main" w="14288">
            <a:solidFill>
              <a:srgbClr val="6691AF"/>
            </a:solidFill>
            <a:prstDash val="solid"/>
          </a:ln>
        </p:spPr>
      </p:sp>
      <p:sp>
        <p:nvSpPr>
          <p:cNvPr id="21" name="textbox-19">
            <a:extLst xmlns:a="http://schemas.openxmlformats.org/drawingml/2006/main">
              <a:ext uri="{FF2B5EF4-FFF2-40B4-BE49-F238E27FC236}">
                <a16:creationId xmlns:a16="http://schemas.microsoft.com/office/drawing/2014/main" id="{E2ADD626-CD9A-4121-948F-AA37CA6A08E8}"/>
              </a:ext>
            </a:extLst>
          </p:cNvPr>
          <p:cNvSpPr>
            <a:spLocks xmlns:a="http://schemas.openxmlformats.org/drawingml/2006/main" noGrp="1"/>
          </p:cNvSpPr>
          <p:nvPr/>
        </p:nvSpPr>
        <p:spPr>
          <a:xfrm xmlns:a="http://schemas.openxmlformats.org/drawingml/2006/main">
            <a:off x="204787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A4C5DC"/>
                </a:solidFill>
                <a:latin typeface="Segoe UI"/>
                <a:ea typeface="Segoe UI"/>
                <a:cs typeface="Segoe UI"/>
              </a:defRPr>
            </a:pPr>
            <a:r>
              <a:rPr sz="1050" b="0">
                <a:solidFill>
                  <a:srgbClr val="A4C5DC"/>
                </a:solidFill>
                <a:latin typeface="Segoe UI"/>
                <a:ea typeface="Segoe UI"/>
                <a:cs typeface="Segoe UI"/>
              </a:rPr>
              <a:t>SHARE</a:t>
            </a:r>
          </a:p>
        </p:txBody>
      </p:sp>
      <p:sp>
        <p:nvSpPr>
          <p:cNvPr id="22" name="ellipse-20">
            <a:extLst xmlns:a="http://schemas.openxmlformats.org/drawingml/2006/main">
              <a:ext uri="{FF2B5EF4-FFF2-40B4-BE49-F238E27FC236}">
                <a16:creationId xmlns:a16="http://schemas.microsoft.com/office/drawing/2014/main" id="{0D40160E-295A-439F-877C-E8B78C308217}"/>
              </a:ext>
            </a:extLst>
          </p:cNvPr>
          <p:cNvSpPr>
            <a:spLocks xmlns:a="http://schemas.openxmlformats.org/drawingml/2006/main" noGrp="1"/>
          </p:cNvSpPr>
          <p:nvPr/>
        </p:nvSpPr>
        <p:spPr>
          <a:xfrm xmlns:a="http://schemas.openxmlformats.org/drawingml/2006/main">
            <a:off x="4333875" y="6248400"/>
            <a:ext cx="133350" cy="133350"/>
          </a:xfrm>
          <a:prstGeom xmlns:a="http://schemas.openxmlformats.org/drawingml/2006/main" prst="ellipse">
            <a:avLst/>
          </a:prstGeom>
          <a:solidFill xmlns:a="http://schemas.openxmlformats.org/drawingml/2006/main">
            <a:srgbClr val="00335B"/>
          </a:solidFill>
          <a:ln xmlns:a="http://schemas.openxmlformats.org/drawingml/2006/main" w="14288">
            <a:solidFill>
              <a:srgbClr val="6691AF"/>
            </a:solidFill>
            <a:prstDash val="solid"/>
          </a:ln>
        </p:spPr>
      </p:sp>
      <p:sp>
        <p:nvSpPr>
          <p:cNvPr id="23" name="textbox-21">
            <a:extLst xmlns:a="http://schemas.openxmlformats.org/drawingml/2006/main">
              <a:ext uri="{FF2B5EF4-FFF2-40B4-BE49-F238E27FC236}">
                <a16:creationId xmlns:a16="http://schemas.microsoft.com/office/drawing/2014/main" id="{36024D6A-1700-4158-8DE3-59DB86D352EE}"/>
              </a:ext>
            </a:extLst>
          </p:cNvPr>
          <p:cNvSpPr>
            <a:spLocks xmlns:a="http://schemas.openxmlformats.org/drawingml/2006/main" noGrp="1"/>
          </p:cNvSpPr>
          <p:nvPr/>
        </p:nvSpPr>
        <p:spPr>
          <a:xfrm xmlns:a="http://schemas.openxmlformats.org/drawingml/2006/main">
            <a:off x="373380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A4C5DC"/>
                </a:solidFill>
                <a:latin typeface="Segoe UI"/>
                <a:ea typeface="Segoe UI"/>
                <a:cs typeface="Segoe UI"/>
              </a:defRPr>
            </a:pPr>
            <a:r>
              <a:rPr sz="1050" b="0">
                <a:solidFill>
                  <a:srgbClr val="A4C5DC"/>
                </a:solidFill>
                <a:latin typeface="Segoe UI"/>
                <a:ea typeface="Segoe UI"/>
                <a:cs typeface="Segoe UI"/>
              </a:rPr>
              <a:t>NEED</a:t>
            </a:r>
          </a:p>
        </p:txBody>
      </p:sp>
      <p:sp>
        <p:nvSpPr>
          <p:cNvPr id="24" name="ellipse-22">
            <a:extLst xmlns:a="http://schemas.openxmlformats.org/drawingml/2006/main">
              <a:ext uri="{FF2B5EF4-FFF2-40B4-BE49-F238E27FC236}">
                <a16:creationId xmlns:a16="http://schemas.microsoft.com/office/drawing/2014/main" id="{E64E3973-97A4-4D9C-9E18-1C32C5DE1C31}"/>
              </a:ext>
            </a:extLst>
          </p:cNvPr>
          <p:cNvSpPr>
            <a:spLocks xmlns:a="http://schemas.openxmlformats.org/drawingml/2006/main" noGrp="1"/>
          </p:cNvSpPr>
          <p:nvPr/>
        </p:nvSpPr>
        <p:spPr>
          <a:xfrm xmlns:a="http://schemas.openxmlformats.org/drawingml/2006/main">
            <a:off x="6019800" y="6248400"/>
            <a:ext cx="133350" cy="133350"/>
          </a:xfrm>
          <a:prstGeom xmlns:a="http://schemas.openxmlformats.org/drawingml/2006/main" prst="ellipse">
            <a:avLst/>
          </a:prstGeom>
          <a:solidFill xmlns:a="http://schemas.openxmlformats.org/drawingml/2006/main">
            <a:srgbClr val="00335B"/>
          </a:solidFill>
          <a:ln xmlns:a="http://schemas.openxmlformats.org/drawingml/2006/main" w="14288">
            <a:solidFill>
              <a:srgbClr val="6691AF"/>
            </a:solidFill>
            <a:prstDash val="solid"/>
          </a:ln>
        </p:spPr>
      </p:sp>
      <p:sp>
        <p:nvSpPr>
          <p:cNvPr id="25" name="textbox-23">
            <a:extLst xmlns:a="http://schemas.openxmlformats.org/drawingml/2006/main">
              <a:ext uri="{FF2B5EF4-FFF2-40B4-BE49-F238E27FC236}">
                <a16:creationId xmlns:a16="http://schemas.microsoft.com/office/drawing/2014/main" id="{F19981A2-C973-4871-B6F0-3CD5BA109282}"/>
              </a:ext>
            </a:extLst>
          </p:cNvPr>
          <p:cNvSpPr>
            <a:spLocks xmlns:a="http://schemas.openxmlformats.org/drawingml/2006/main" noGrp="1"/>
          </p:cNvSpPr>
          <p:nvPr/>
        </p:nvSpPr>
        <p:spPr>
          <a:xfrm xmlns:a="http://schemas.openxmlformats.org/drawingml/2006/main">
            <a:off x="541972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A4C5DC"/>
                </a:solidFill>
                <a:latin typeface="Segoe UI"/>
                <a:ea typeface="Segoe UI"/>
                <a:cs typeface="Segoe UI"/>
              </a:defRPr>
            </a:pPr>
            <a:r>
              <a:rPr sz="1050" b="0">
                <a:solidFill>
                  <a:srgbClr val="A4C5DC"/>
                </a:solidFill>
                <a:latin typeface="Segoe UI"/>
                <a:ea typeface="Segoe UI"/>
                <a:cs typeface="Segoe UI"/>
              </a:rPr>
              <a:t>NAVIGATE</a:t>
            </a:r>
          </a:p>
        </p:txBody>
      </p:sp>
      <p:sp>
        <p:nvSpPr>
          <p:cNvPr id="26" name="ellipse-24">
            <a:extLst xmlns:a="http://schemas.openxmlformats.org/drawingml/2006/main">
              <a:ext uri="{FF2B5EF4-FFF2-40B4-BE49-F238E27FC236}">
                <a16:creationId xmlns:a16="http://schemas.microsoft.com/office/drawing/2014/main" id="{5DD97F9C-3453-4718-BC9E-799CF58BB93D}"/>
              </a:ext>
            </a:extLst>
          </p:cNvPr>
          <p:cNvSpPr>
            <a:spLocks xmlns:a="http://schemas.openxmlformats.org/drawingml/2006/main" noGrp="1"/>
          </p:cNvSpPr>
          <p:nvPr/>
        </p:nvSpPr>
        <p:spPr>
          <a:xfrm xmlns:a="http://schemas.openxmlformats.org/drawingml/2006/main">
            <a:off x="7705725" y="6248400"/>
            <a:ext cx="133350" cy="133350"/>
          </a:xfrm>
          <a:prstGeom xmlns:a="http://schemas.openxmlformats.org/drawingml/2006/main" prst="ellipse">
            <a:avLst/>
          </a:prstGeom>
          <a:solidFill xmlns:a="http://schemas.openxmlformats.org/drawingml/2006/main">
            <a:srgbClr val="00335B"/>
          </a:solidFill>
          <a:ln xmlns:a="http://schemas.openxmlformats.org/drawingml/2006/main" w="14288">
            <a:solidFill>
              <a:srgbClr val="6691AF"/>
            </a:solidFill>
            <a:prstDash val="solid"/>
          </a:ln>
        </p:spPr>
      </p:sp>
      <p:sp>
        <p:nvSpPr>
          <p:cNvPr id="27" name="textbox-25">
            <a:extLst xmlns:a="http://schemas.openxmlformats.org/drawingml/2006/main">
              <a:ext uri="{FF2B5EF4-FFF2-40B4-BE49-F238E27FC236}">
                <a16:creationId xmlns:a16="http://schemas.microsoft.com/office/drawing/2014/main" id="{BD243A31-1DF1-4CD4-9F04-166A59ED5888}"/>
              </a:ext>
            </a:extLst>
          </p:cNvPr>
          <p:cNvSpPr>
            <a:spLocks xmlns:a="http://schemas.openxmlformats.org/drawingml/2006/main" noGrp="1"/>
          </p:cNvSpPr>
          <p:nvPr/>
        </p:nvSpPr>
        <p:spPr>
          <a:xfrm xmlns:a="http://schemas.openxmlformats.org/drawingml/2006/main">
            <a:off x="710565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A4C5DC"/>
                </a:solidFill>
                <a:latin typeface="Segoe UI"/>
                <a:ea typeface="Segoe UI"/>
                <a:cs typeface="Segoe UI"/>
              </a:defRPr>
            </a:pPr>
            <a:r>
              <a:rPr sz="1050" b="0">
                <a:solidFill>
                  <a:srgbClr val="A4C5DC"/>
                </a:solidFill>
                <a:latin typeface="Segoe UI"/>
                <a:ea typeface="Segoe UI"/>
                <a:cs typeface="Segoe UI"/>
              </a:rPr>
              <a:t>CARE</a:t>
            </a:r>
          </a:p>
        </p:txBody>
      </p:sp>
      <p:sp>
        <p:nvSpPr>
          <p:cNvPr id="28" name="ellipse-26">
            <a:extLst xmlns:a="http://schemas.openxmlformats.org/drawingml/2006/main">
              <a:ext uri="{FF2B5EF4-FFF2-40B4-BE49-F238E27FC236}">
                <a16:creationId xmlns:a16="http://schemas.microsoft.com/office/drawing/2014/main" id="{57FB7D2E-3FB1-4FE3-8249-4ACC9E2B9DE0}"/>
              </a:ext>
            </a:extLst>
          </p:cNvPr>
          <p:cNvSpPr>
            <a:spLocks xmlns:a="http://schemas.openxmlformats.org/drawingml/2006/main" noGrp="1"/>
          </p:cNvSpPr>
          <p:nvPr/>
        </p:nvSpPr>
        <p:spPr>
          <a:xfrm xmlns:a="http://schemas.openxmlformats.org/drawingml/2006/main">
            <a:off x="9391650" y="6248400"/>
            <a:ext cx="133350" cy="133350"/>
          </a:xfrm>
          <a:prstGeom xmlns:a="http://schemas.openxmlformats.org/drawingml/2006/main" prst="ellipse">
            <a:avLst/>
          </a:prstGeom>
          <a:solidFill xmlns:a="http://schemas.openxmlformats.org/drawingml/2006/main">
            <a:srgbClr val="00335B"/>
          </a:solidFill>
          <a:ln xmlns:a="http://schemas.openxmlformats.org/drawingml/2006/main" w="14288">
            <a:solidFill>
              <a:srgbClr val="6691AF"/>
            </a:solidFill>
            <a:prstDash val="solid"/>
          </a:ln>
        </p:spPr>
      </p:sp>
      <p:sp>
        <p:nvSpPr>
          <p:cNvPr id="29" name="textbox-27">
            <a:extLst xmlns:a="http://schemas.openxmlformats.org/drawingml/2006/main">
              <a:ext uri="{FF2B5EF4-FFF2-40B4-BE49-F238E27FC236}">
                <a16:creationId xmlns:a16="http://schemas.microsoft.com/office/drawing/2014/main" id="{B5CBE311-8A8D-4379-9A33-53E784D797BB}"/>
              </a:ext>
            </a:extLst>
          </p:cNvPr>
          <p:cNvSpPr>
            <a:spLocks xmlns:a="http://schemas.openxmlformats.org/drawingml/2006/main" noGrp="1"/>
          </p:cNvSpPr>
          <p:nvPr/>
        </p:nvSpPr>
        <p:spPr>
          <a:xfrm xmlns:a="http://schemas.openxmlformats.org/drawingml/2006/main">
            <a:off x="879157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A4C5DC"/>
                </a:solidFill>
                <a:latin typeface="Segoe UI"/>
                <a:ea typeface="Segoe UI"/>
                <a:cs typeface="Segoe UI"/>
              </a:defRPr>
            </a:pPr>
            <a:r>
              <a:rPr sz="1050" b="0">
                <a:solidFill>
                  <a:srgbClr val="A4C5DC"/>
                </a:solidFill>
                <a:latin typeface="Segoe UI"/>
                <a:ea typeface="Segoe UI"/>
                <a:cs typeface="Segoe UI"/>
              </a:rPr>
              <a:t>FOLLOW UP</a:t>
            </a:r>
          </a:p>
        </p:txBody>
      </p:sp>
      <p:sp>
        <p:nvSpPr>
          <p:cNvPr id="30" name="ellipse-28">
            <a:extLst xmlns:a="http://schemas.openxmlformats.org/drawingml/2006/main">
              <a:ext uri="{FF2B5EF4-FFF2-40B4-BE49-F238E27FC236}">
                <a16:creationId xmlns:a16="http://schemas.microsoft.com/office/drawing/2014/main" id="{981116D8-26FF-4657-B505-A2954D0E00ED}"/>
              </a:ext>
            </a:extLst>
          </p:cNvPr>
          <p:cNvSpPr>
            <a:spLocks xmlns:a="http://schemas.openxmlformats.org/drawingml/2006/main" noGrp="1"/>
          </p:cNvSpPr>
          <p:nvPr/>
        </p:nvSpPr>
        <p:spPr>
          <a:xfrm xmlns:a="http://schemas.openxmlformats.org/drawingml/2006/main">
            <a:off x="11077575" y="6248400"/>
            <a:ext cx="133350" cy="133350"/>
          </a:xfrm>
          <a:prstGeom xmlns:a="http://schemas.openxmlformats.org/drawingml/2006/main" prst="ellipse">
            <a:avLst/>
          </a:prstGeom>
          <a:solidFill xmlns:a="http://schemas.openxmlformats.org/drawingml/2006/main">
            <a:srgbClr val="00335B"/>
          </a:solidFill>
          <a:ln xmlns:a="http://schemas.openxmlformats.org/drawingml/2006/main" w="14288">
            <a:solidFill>
              <a:srgbClr val="6691AF"/>
            </a:solidFill>
            <a:prstDash val="solid"/>
          </a:ln>
        </p:spPr>
      </p:sp>
      <p:sp>
        <p:nvSpPr>
          <p:cNvPr id="31" name="textbox-29">
            <a:extLst xmlns:a="http://schemas.openxmlformats.org/drawingml/2006/main">
              <a:ext uri="{FF2B5EF4-FFF2-40B4-BE49-F238E27FC236}">
                <a16:creationId xmlns:a16="http://schemas.microsoft.com/office/drawing/2014/main" id="{B03EB76F-F82B-4C26-8A9B-2E796899B8C6}"/>
              </a:ext>
            </a:extLst>
          </p:cNvPr>
          <p:cNvSpPr>
            <a:spLocks xmlns:a="http://schemas.openxmlformats.org/drawingml/2006/main" noGrp="1"/>
          </p:cNvSpPr>
          <p:nvPr/>
        </p:nvSpPr>
        <p:spPr>
          <a:xfrm xmlns:a="http://schemas.openxmlformats.org/drawingml/2006/main">
            <a:off x="1047750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A4C5DC"/>
                </a:solidFill>
                <a:latin typeface="Segoe UI"/>
                <a:ea typeface="Segoe UI"/>
                <a:cs typeface="Segoe UI"/>
              </a:defRPr>
            </a:pPr>
            <a:r>
              <a:rPr sz="1050" b="0">
                <a:solidFill>
                  <a:srgbClr val="A4C5DC"/>
                </a:solidFill>
                <a:latin typeface="Segoe UI"/>
                <a:ea typeface="Segoe UI"/>
                <a:cs typeface="Segoe UI"/>
              </a:rPr>
              <a:t>LEARN</a:t>
            </a:r>
          </a:p>
        </p:txBody>
      </p:sp>
    </p:spTree>
    <p:extLst>
      <p:ext uri="{BB962C8B-B14F-4D97-AF65-F5344CB8AC3E}">
        <p14:creationId xmlns:p14="http://schemas.microsoft.com/office/powerpoint/2010/main" val="17111615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textbox-30">
            <a:extLst xmlns:a="http://schemas.openxmlformats.org/drawingml/2006/main">
              <a:ext uri="{FF2B5EF4-FFF2-40B4-BE49-F238E27FC236}">
                <a16:creationId xmlns:a16="http://schemas.microsoft.com/office/drawing/2014/main" id="{A652DDF9-DDA9-41CA-B213-968A4FCCEEAC}"/>
              </a:ext>
            </a:extLst>
          </p:cNvPr>
          <p:cNvSpPr>
            <a:spLocks xmlns:a="http://schemas.openxmlformats.org/drawingml/2006/main" noGrp="1"/>
          </p:cNvSpPr>
          <p:nvPr/>
        </p:nvSpPr>
        <p:spPr>
          <a:xfrm xmlns:a="http://schemas.openxmlformats.org/drawingml/2006/main">
            <a:off x="609600" y="257175"/>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79C8"/>
                </a:solidFill>
                <a:latin typeface="Segoe UI"/>
                <a:ea typeface="Segoe UI"/>
                <a:cs typeface="Segoe UI"/>
              </a:defRPr>
            </a:pPr>
            <a:r>
              <a:rPr sz="1950" b="1">
                <a:solidFill>
                  <a:srgbClr val="0079C8"/>
                </a:solidFill>
                <a:latin typeface="Segoe UI"/>
                <a:ea typeface="Segoe UI"/>
                <a:cs typeface="Segoe UI"/>
              </a:rPr>
              <a:t>Bupa Compass</a:t>
            </a:r>
          </a:p>
        </p:txBody>
      </p:sp>
      <p:sp>
        <p:nvSpPr>
          <p:cNvPr id="2" name="textbox-31">
            <a:extLst xmlns:a="http://schemas.openxmlformats.org/drawingml/2006/main">
              <a:ext uri="{FF2B5EF4-FFF2-40B4-BE49-F238E27FC236}">
                <a16:creationId xmlns:a16="http://schemas.microsoft.com/office/drawing/2014/main" id="{7FDF9AF2-490F-4294-AE62-B63D6B0E0E5D}"/>
              </a:ext>
            </a:extLst>
          </p:cNvPr>
          <p:cNvSpPr>
            <a:spLocks xmlns:a="http://schemas.openxmlformats.org/drawingml/2006/main" noGrp="1"/>
          </p:cNvSpPr>
          <p:nvPr/>
        </p:nvSpPr>
        <p:spPr>
          <a:xfrm xmlns:a="http://schemas.openxmlformats.org/drawingml/2006/main">
            <a:off x="8629650" y="35242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26F85"/>
                </a:solidFill>
                <a:latin typeface="Segoe UI"/>
                <a:ea typeface="Segoe UI"/>
                <a:cs typeface="Segoe UI"/>
              </a:defRPr>
            </a:pPr>
            <a:r>
              <a:rPr sz="1050" b="0">
                <a:solidFill>
                  <a:srgbClr val="526F85"/>
                </a:solidFill>
                <a:latin typeface="Segoe UI"/>
                <a:ea typeface="Segoe UI"/>
                <a:cs typeface="Segoe UI"/>
              </a:rPr>
              <a:t>CONCEPT PROPOSAL   /   02</a:t>
            </a:r>
          </a:p>
        </p:txBody>
      </p:sp>
      <p:sp>
        <p:nvSpPr>
          <p:cNvPr id="3" name="textbox-32">
            <a:extLst xmlns:a="http://schemas.openxmlformats.org/drawingml/2006/main">
              <a:ext uri="{FF2B5EF4-FFF2-40B4-BE49-F238E27FC236}">
                <a16:creationId xmlns:a16="http://schemas.microsoft.com/office/drawing/2014/main" id="{770D69D3-9425-4ABE-89FC-46386E5A4315}"/>
              </a:ext>
            </a:extLst>
          </p:cNvPr>
          <p:cNvSpPr>
            <a:spLocks xmlns:a="http://schemas.openxmlformats.org/drawingml/2006/main" noGrp="1"/>
          </p:cNvSpPr>
          <p:nvPr/>
        </p:nvSpPr>
        <p:spPr>
          <a:xfrm xmlns:a="http://schemas.openxmlformats.org/drawingml/2006/main">
            <a:off x="609600" y="866775"/>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335B"/>
                </a:solidFill>
                <a:latin typeface="Segoe UI"/>
                <a:ea typeface="Segoe UI"/>
                <a:cs typeface="Segoe UI"/>
              </a:defRPr>
            </a:pPr>
            <a:r>
              <a:rPr sz="3600" b="1">
                <a:solidFill>
                  <a:srgbClr val="00335B"/>
                </a:solidFill>
                <a:latin typeface="Segoe UI"/>
                <a:ea typeface="Segoe UI"/>
                <a:cs typeface="Segoe UI"/>
              </a:rPr>
              <a:t>Preferences Bianca controls</a:t>
            </a:r>
          </a:p>
        </p:txBody>
      </p:sp>
      <p:sp>
        <p:nvSpPr>
          <p:cNvPr id="4" name="roundRect-33">
            <a:extLst xmlns:a="http://schemas.openxmlformats.org/drawingml/2006/main">
              <a:ext uri="{FF2B5EF4-FFF2-40B4-BE49-F238E27FC236}">
                <a16:creationId xmlns:a16="http://schemas.microsoft.com/office/drawing/2014/main" id="{1E376A67-6872-42A7-B193-D557CE6BCBF7}"/>
              </a:ext>
            </a:extLst>
          </p:cNvPr>
          <p:cNvSpPr>
            <a:spLocks xmlns:a="http://schemas.openxmlformats.org/drawingml/2006/main" noGrp="1"/>
          </p:cNvSpPr>
          <p:nvPr/>
        </p:nvSpPr>
        <p:spPr>
          <a:xfrm xmlns:a="http://schemas.openxmlformats.org/drawingml/2006/main">
            <a:off x="742950" y="1685925"/>
            <a:ext cx="3857625" cy="3905250"/>
          </a:xfrm>
          <a:prstGeom xmlns:a="http://schemas.openxmlformats.org/drawingml/2006/main" prst="roundRect">
            <a:avLst>
              <a:gd name="adj" fmla="val 6420"/>
            </a:avLst>
          </a:prstGeom>
          <a:solidFill xmlns:a="http://schemas.openxmlformats.org/drawingml/2006/main">
            <a:srgbClr val="EEF7FD"/>
          </a:solidFill>
          <a:ln xmlns:a="http://schemas.openxmlformats.org/drawingml/2006/main" w="14288">
            <a:solidFill>
              <a:srgbClr val="CDE5F5"/>
            </a:solidFill>
            <a:prstDash val="solid"/>
          </a:ln>
        </p:spPr>
      </p:sp>
      <p:sp>
        <p:nvSpPr>
          <p:cNvPr id="5" name="textbox-34">
            <a:extLst xmlns:a="http://schemas.openxmlformats.org/drawingml/2006/main">
              <a:ext uri="{FF2B5EF4-FFF2-40B4-BE49-F238E27FC236}">
                <a16:creationId xmlns:a16="http://schemas.microsoft.com/office/drawing/2014/main" id="{0CC951FD-4335-41EA-931A-3419DBFF1894}"/>
              </a:ext>
            </a:extLst>
          </p:cNvPr>
          <p:cNvSpPr>
            <a:spLocks xmlns:a="http://schemas.openxmlformats.org/drawingml/2006/main" noGrp="1"/>
          </p:cNvSpPr>
          <p:nvPr/>
        </p:nvSpPr>
        <p:spPr>
          <a:xfrm xmlns:a="http://schemas.openxmlformats.org/drawingml/2006/main">
            <a:off x="1019175" y="18669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335B"/>
                </a:solidFill>
                <a:latin typeface="Segoe UI"/>
                <a:ea typeface="Segoe UI"/>
                <a:cs typeface="Segoe UI"/>
              </a:defRPr>
            </a:pPr>
            <a:r>
              <a:rPr sz="2025" b="1">
                <a:solidFill>
                  <a:srgbClr val="00335B"/>
                </a:solidFill>
                <a:latin typeface="Segoe UI"/>
                <a:ea typeface="Segoe UI"/>
                <a:cs typeface="Segoe UI"/>
              </a:rPr>
              <a:t>What makes care easier?</a:t>
            </a:r>
          </a:p>
        </p:txBody>
      </p:sp>
      <p:sp>
        <p:nvSpPr>
          <p:cNvPr id="6" name="ellipse-35">
            <a:extLst xmlns:a="http://schemas.openxmlformats.org/drawingml/2006/main">
              <a:ext uri="{FF2B5EF4-FFF2-40B4-BE49-F238E27FC236}">
                <a16:creationId xmlns:a16="http://schemas.microsoft.com/office/drawing/2014/main" id="{E70AA4FB-F0AA-47B9-9783-9AC32F0011E3}"/>
              </a:ext>
            </a:extLst>
          </p:cNvPr>
          <p:cNvSpPr>
            <a:spLocks xmlns:a="http://schemas.openxmlformats.org/drawingml/2006/main" noGrp="1"/>
          </p:cNvSpPr>
          <p:nvPr/>
        </p:nvSpPr>
        <p:spPr>
          <a:xfrm xmlns:a="http://schemas.openxmlformats.org/drawingml/2006/main">
            <a:off x="1019175" y="2419350"/>
            <a:ext cx="238125" cy="238125"/>
          </a:xfrm>
          <a:prstGeom xmlns:a="http://schemas.openxmlformats.org/drawingml/2006/main" prst="ellipse">
            <a:avLst/>
          </a:prstGeom>
          <a:solidFill xmlns:a="http://schemas.openxmlformats.org/drawingml/2006/main">
            <a:srgbClr val="0079C8"/>
          </a:solidFill>
          <a:ln xmlns:a="http://schemas.openxmlformats.org/drawingml/2006/main" w="0">
            <a:noFill/>
            <a:prstDash val="solid"/>
          </a:ln>
        </p:spPr>
      </p:sp>
      <p:sp>
        <p:nvSpPr>
          <p:cNvPr id="7" name="textbox-36">
            <a:extLst xmlns:a="http://schemas.openxmlformats.org/drawingml/2006/main">
              <a:ext uri="{FF2B5EF4-FFF2-40B4-BE49-F238E27FC236}">
                <a16:creationId xmlns:a16="http://schemas.microsoft.com/office/drawing/2014/main" id="{4457ECC0-213A-41BD-8577-3A3270C666CE}"/>
              </a:ext>
            </a:extLst>
          </p:cNvPr>
          <p:cNvSpPr>
            <a:spLocks xmlns:a="http://schemas.openxmlformats.org/drawingml/2006/main" noGrp="1"/>
          </p:cNvSpPr>
          <p:nvPr/>
        </p:nvSpPr>
        <p:spPr>
          <a:xfrm xmlns:a="http://schemas.openxmlformats.org/drawingml/2006/main">
            <a:off x="1019175" y="2400300"/>
            <a:ext cx="23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a:t>
            </a:r>
          </a:p>
        </p:txBody>
      </p:sp>
      <p:sp>
        <p:nvSpPr>
          <p:cNvPr id="8" name="textbox-37">
            <a:extLst xmlns:a="http://schemas.openxmlformats.org/drawingml/2006/main">
              <a:ext uri="{FF2B5EF4-FFF2-40B4-BE49-F238E27FC236}">
                <a16:creationId xmlns:a16="http://schemas.microsoft.com/office/drawing/2014/main" id="{5A420E90-FD3F-45D0-B11F-5598CC86CE0B}"/>
              </a:ext>
            </a:extLst>
          </p:cNvPr>
          <p:cNvSpPr>
            <a:spLocks xmlns:a="http://schemas.openxmlformats.org/drawingml/2006/main" noGrp="1"/>
          </p:cNvSpPr>
          <p:nvPr/>
        </p:nvSpPr>
        <p:spPr>
          <a:xfrm xmlns:a="http://schemas.openxmlformats.org/drawingml/2006/main">
            <a:off x="1381125" y="2390775"/>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3C56"/>
                </a:solidFill>
                <a:latin typeface="Segoe UI"/>
                <a:ea typeface="Segoe UI"/>
                <a:cs typeface="Segoe UI"/>
              </a:defRPr>
            </a:pPr>
            <a:r>
              <a:rPr sz="1725" b="0">
                <a:solidFill>
                  <a:srgbClr val="173C56"/>
                </a:solidFill>
                <a:latin typeface="Segoe UI"/>
                <a:ea typeface="Segoe UI"/>
                <a:cs typeface="Segoe UI"/>
              </a:rPr>
              <a:t>Mandarin, if available</a:t>
            </a:r>
          </a:p>
        </p:txBody>
      </p:sp>
      <p:sp>
        <p:nvSpPr>
          <p:cNvPr id="9" name="ellipse-38">
            <a:extLst xmlns:a="http://schemas.openxmlformats.org/drawingml/2006/main">
              <a:ext uri="{FF2B5EF4-FFF2-40B4-BE49-F238E27FC236}">
                <a16:creationId xmlns:a16="http://schemas.microsoft.com/office/drawing/2014/main" id="{C49659E8-3870-43E0-9256-41D89BCAF0E3}"/>
              </a:ext>
            </a:extLst>
          </p:cNvPr>
          <p:cNvSpPr>
            <a:spLocks xmlns:a="http://schemas.openxmlformats.org/drawingml/2006/main" noGrp="1"/>
          </p:cNvSpPr>
          <p:nvPr/>
        </p:nvSpPr>
        <p:spPr>
          <a:xfrm xmlns:a="http://schemas.openxmlformats.org/drawingml/2006/main">
            <a:off x="1019175" y="2905125"/>
            <a:ext cx="238125" cy="238125"/>
          </a:xfrm>
          <a:prstGeom xmlns:a="http://schemas.openxmlformats.org/drawingml/2006/main" prst="ellipse">
            <a:avLst/>
          </a:prstGeom>
          <a:solidFill xmlns:a="http://schemas.openxmlformats.org/drawingml/2006/main">
            <a:srgbClr val="0079C8"/>
          </a:solidFill>
          <a:ln xmlns:a="http://schemas.openxmlformats.org/drawingml/2006/main" w="0">
            <a:noFill/>
            <a:prstDash val="solid"/>
          </a:ln>
        </p:spPr>
      </p:sp>
      <p:sp>
        <p:nvSpPr>
          <p:cNvPr id="10" name="textbox-39">
            <a:extLst xmlns:a="http://schemas.openxmlformats.org/drawingml/2006/main">
              <a:ext uri="{FF2B5EF4-FFF2-40B4-BE49-F238E27FC236}">
                <a16:creationId xmlns:a16="http://schemas.microsoft.com/office/drawing/2014/main" id="{36B37BDB-984F-4CCA-8C90-BF8F459F3106}"/>
              </a:ext>
            </a:extLst>
          </p:cNvPr>
          <p:cNvSpPr>
            <a:spLocks xmlns:a="http://schemas.openxmlformats.org/drawingml/2006/main" noGrp="1"/>
          </p:cNvSpPr>
          <p:nvPr/>
        </p:nvSpPr>
        <p:spPr>
          <a:xfrm xmlns:a="http://schemas.openxmlformats.org/drawingml/2006/main">
            <a:off x="1019175" y="2886075"/>
            <a:ext cx="23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a:t>
            </a:r>
          </a:p>
        </p:txBody>
      </p:sp>
      <p:sp>
        <p:nvSpPr>
          <p:cNvPr id="11" name="textbox-40">
            <a:extLst xmlns:a="http://schemas.openxmlformats.org/drawingml/2006/main">
              <a:ext uri="{FF2B5EF4-FFF2-40B4-BE49-F238E27FC236}">
                <a16:creationId xmlns:a16="http://schemas.microsoft.com/office/drawing/2014/main" id="{66E84774-1BD8-436F-BEC7-565ED2FB5D4A}"/>
              </a:ext>
            </a:extLst>
          </p:cNvPr>
          <p:cNvSpPr>
            <a:spLocks xmlns:a="http://schemas.openxmlformats.org/drawingml/2006/main" noGrp="1"/>
          </p:cNvSpPr>
          <p:nvPr/>
        </p:nvSpPr>
        <p:spPr>
          <a:xfrm xmlns:a="http://schemas.openxmlformats.org/drawingml/2006/main">
            <a:off x="1381125" y="28765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3C56"/>
                </a:solidFill>
                <a:latin typeface="Segoe UI"/>
                <a:ea typeface="Segoe UI"/>
                <a:cs typeface="Segoe UI"/>
              </a:defRPr>
            </a:pPr>
            <a:r>
              <a:rPr sz="1725" b="0">
                <a:solidFill>
                  <a:srgbClr val="173C56"/>
                </a:solidFill>
                <a:latin typeface="Segoe UI"/>
                <a:ea typeface="Segoe UI"/>
                <a:cs typeface="Segoe UI"/>
              </a:rPr>
              <a:t>Appointments after 5 PM</a:t>
            </a:r>
          </a:p>
        </p:txBody>
      </p:sp>
      <p:sp>
        <p:nvSpPr>
          <p:cNvPr id="12" name="ellipse-41">
            <a:extLst xmlns:a="http://schemas.openxmlformats.org/drawingml/2006/main">
              <a:ext uri="{FF2B5EF4-FFF2-40B4-BE49-F238E27FC236}">
                <a16:creationId xmlns:a16="http://schemas.microsoft.com/office/drawing/2014/main" id="{B5345B88-02A3-4647-B909-D766C192DCE1}"/>
              </a:ext>
            </a:extLst>
          </p:cNvPr>
          <p:cNvSpPr>
            <a:spLocks xmlns:a="http://schemas.openxmlformats.org/drawingml/2006/main" noGrp="1"/>
          </p:cNvSpPr>
          <p:nvPr/>
        </p:nvSpPr>
        <p:spPr>
          <a:xfrm xmlns:a="http://schemas.openxmlformats.org/drawingml/2006/main">
            <a:off x="1019175" y="3390900"/>
            <a:ext cx="238125" cy="238125"/>
          </a:xfrm>
          <a:prstGeom xmlns:a="http://schemas.openxmlformats.org/drawingml/2006/main" prst="ellipse">
            <a:avLst/>
          </a:prstGeom>
          <a:solidFill xmlns:a="http://schemas.openxmlformats.org/drawingml/2006/main">
            <a:srgbClr val="0079C8"/>
          </a:solidFill>
          <a:ln xmlns:a="http://schemas.openxmlformats.org/drawingml/2006/main" w="0">
            <a:noFill/>
            <a:prstDash val="solid"/>
          </a:ln>
        </p:spPr>
      </p:sp>
      <p:sp>
        <p:nvSpPr>
          <p:cNvPr id="13" name="textbox-42">
            <a:extLst xmlns:a="http://schemas.openxmlformats.org/drawingml/2006/main">
              <a:ext uri="{FF2B5EF4-FFF2-40B4-BE49-F238E27FC236}">
                <a16:creationId xmlns:a16="http://schemas.microsoft.com/office/drawing/2014/main" id="{8E8DF3DA-0775-4496-A2FB-E30DADBC6224}"/>
              </a:ext>
            </a:extLst>
          </p:cNvPr>
          <p:cNvSpPr>
            <a:spLocks xmlns:a="http://schemas.openxmlformats.org/drawingml/2006/main" noGrp="1"/>
          </p:cNvSpPr>
          <p:nvPr/>
        </p:nvSpPr>
        <p:spPr>
          <a:xfrm xmlns:a="http://schemas.openxmlformats.org/drawingml/2006/main">
            <a:off x="1019175" y="3371850"/>
            <a:ext cx="23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a:t>
            </a:r>
          </a:p>
        </p:txBody>
      </p:sp>
      <p:sp>
        <p:nvSpPr>
          <p:cNvPr id="14" name="textbox-43">
            <a:extLst xmlns:a="http://schemas.openxmlformats.org/drawingml/2006/main">
              <a:ext uri="{FF2B5EF4-FFF2-40B4-BE49-F238E27FC236}">
                <a16:creationId xmlns:a16="http://schemas.microsoft.com/office/drawing/2014/main" id="{B71307B7-E3CA-4BB7-89D7-E7670DC35DBC}"/>
              </a:ext>
            </a:extLst>
          </p:cNvPr>
          <p:cNvSpPr>
            <a:spLocks xmlns:a="http://schemas.openxmlformats.org/drawingml/2006/main" noGrp="1"/>
          </p:cNvSpPr>
          <p:nvPr/>
        </p:nvSpPr>
        <p:spPr>
          <a:xfrm xmlns:a="http://schemas.openxmlformats.org/drawingml/2006/main">
            <a:off x="1381125" y="3362325"/>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3C56"/>
                </a:solidFill>
                <a:latin typeface="Segoe UI"/>
                <a:ea typeface="Segoe UI"/>
                <a:cs typeface="Segoe UI"/>
              </a:defRPr>
            </a:pPr>
            <a:r>
              <a:rPr sz="1725" b="0">
                <a:solidFill>
                  <a:srgbClr val="173C56"/>
                </a:solidFill>
                <a:latin typeface="Segoe UI"/>
                <a:ea typeface="Segoe UI"/>
                <a:cs typeface="Segoe UI"/>
              </a:rPr>
              <a:t>Lower upfront cost</a:t>
            </a:r>
          </a:p>
        </p:txBody>
      </p:sp>
      <p:sp>
        <p:nvSpPr>
          <p:cNvPr id="15" name="ellipse-44">
            <a:extLst xmlns:a="http://schemas.openxmlformats.org/drawingml/2006/main">
              <a:ext uri="{FF2B5EF4-FFF2-40B4-BE49-F238E27FC236}">
                <a16:creationId xmlns:a16="http://schemas.microsoft.com/office/drawing/2014/main" id="{EA4F048C-9F23-4A90-A036-63B3DD6A0304}"/>
              </a:ext>
            </a:extLst>
          </p:cNvPr>
          <p:cNvSpPr>
            <a:spLocks xmlns:a="http://schemas.openxmlformats.org/drawingml/2006/main" noGrp="1"/>
          </p:cNvSpPr>
          <p:nvPr/>
        </p:nvSpPr>
        <p:spPr>
          <a:xfrm xmlns:a="http://schemas.openxmlformats.org/drawingml/2006/main">
            <a:off x="1019175" y="3876675"/>
            <a:ext cx="238125" cy="238125"/>
          </a:xfrm>
          <a:prstGeom xmlns:a="http://schemas.openxmlformats.org/drawingml/2006/main" prst="ellipse">
            <a:avLst/>
          </a:prstGeom>
          <a:solidFill xmlns:a="http://schemas.openxmlformats.org/drawingml/2006/main">
            <a:srgbClr val="0079C8"/>
          </a:solidFill>
          <a:ln xmlns:a="http://schemas.openxmlformats.org/drawingml/2006/main" w="0">
            <a:noFill/>
            <a:prstDash val="solid"/>
          </a:ln>
        </p:spPr>
      </p:sp>
      <p:sp>
        <p:nvSpPr>
          <p:cNvPr id="16" name="textbox-45">
            <a:extLst xmlns:a="http://schemas.openxmlformats.org/drawingml/2006/main">
              <a:ext uri="{FF2B5EF4-FFF2-40B4-BE49-F238E27FC236}">
                <a16:creationId xmlns:a16="http://schemas.microsoft.com/office/drawing/2014/main" id="{D9D58D1E-E2BB-41B4-82A9-57149CB50235}"/>
              </a:ext>
            </a:extLst>
          </p:cNvPr>
          <p:cNvSpPr>
            <a:spLocks xmlns:a="http://schemas.openxmlformats.org/drawingml/2006/main" noGrp="1"/>
          </p:cNvSpPr>
          <p:nvPr/>
        </p:nvSpPr>
        <p:spPr>
          <a:xfrm xmlns:a="http://schemas.openxmlformats.org/drawingml/2006/main">
            <a:off x="1019175" y="3857625"/>
            <a:ext cx="23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a:t>
            </a:r>
          </a:p>
        </p:txBody>
      </p:sp>
      <p:sp>
        <p:nvSpPr>
          <p:cNvPr id="17" name="textbox-46">
            <a:extLst xmlns:a="http://schemas.openxmlformats.org/drawingml/2006/main">
              <a:ext uri="{FF2B5EF4-FFF2-40B4-BE49-F238E27FC236}">
                <a16:creationId xmlns:a16="http://schemas.microsoft.com/office/drawing/2014/main" id="{A8694C61-41F1-4EBF-9CB6-A7B2DE21E321}"/>
              </a:ext>
            </a:extLst>
          </p:cNvPr>
          <p:cNvSpPr>
            <a:spLocks xmlns:a="http://schemas.openxmlformats.org/drawingml/2006/main" noGrp="1"/>
          </p:cNvSpPr>
          <p:nvPr/>
        </p:nvSpPr>
        <p:spPr>
          <a:xfrm xmlns:a="http://schemas.openxmlformats.org/drawingml/2006/main">
            <a:off x="1381125" y="38481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3C56"/>
                </a:solidFill>
                <a:latin typeface="Segoe UI"/>
                <a:ea typeface="Segoe UI"/>
                <a:cs typeface="Segoe UI"/>
              </a:defRPr>
            </a:pPr>
            <a:r>
              <a:rPr sz="1725" b="0">
                <a:solidFill>
                  <a:srgbClr val="173C56"/>
                </a:solidFill>
                <a:latin typeface="Segoe UI"/>
                <a:ea typeface="Segoe UI"/>
                <a:cs typeface="Segoe UI"/>
              </a:rPr>
              <a:t>Within 5 km</a:t>
            </a:r>
          </a:p>
        </p:txBody>
      </p:sp>
      <p:sp>
        <p:nvSpPr>
          <p:cNvPr id="18" name="line-47">
            <a:extLst xmlns:a="http://schemas.openxmlformats.org/drawingml/2006/main">
              <a:ext uri="{FF2B5EF4-FFF2-40B4-BE49-F238E27FC236}">
                <a16:creationId xmlns:a16="http://schemas.microsoft.com/office/drawing/2014/main" id="{6F6F9066-E866-4860-A0A9-193985B70B3D}"/>
              </a:ext>
            </a:extLst>
          </p:cNvPr>
          <p:cNvSpPr>
            <a:spLocks xmlns:a="http://schemas.openxmlformats.org/drawingml/2006/main" noGrp="1"/>
          </p:cNvSpPr>
          <p:nvPr/>
        </p:nvSpPr>
        <p:spPr>
          <a:xfrm xmlns:a="http://schemas.openxmlformats.org/drawingml/2006/main">
            <a:off x="1028700" y="4410075"/>
            <a:ext cx="3267075" cy="0"/>
          </a:xfrm>
          <a:prstGeom xmlns:a="http://schemas.openxmlformats.org/drawingml/2006/main" prst="line">
            <a:avLst/>
          </a:prstGeom>
          <a:noFill xmlns:a="http://schemas.openxmlformats.org/drawingml/2006/main"/>
          <a:ln xmlns:a="http://schemas.openxmlformats.org/drawingml/2006/main" w="19050">
            <a:solidFill>
              <a:srgbClr val="CDE5F5"/>
            </a:solidFill>
            <a:prstDash val="solid"/>
          </a:ln>
        </p:spPr>
      </p:sp>
      <p:sp>
        <p:nvSpPr>
          <p:cNvPr id="19" name="textbox-48">
            <a:extLst xmlns:a="http://schemas.openxmlformats.org/drawingml/2006/main">
              <a:ext uri="{FF2B5EF4-FFF2-40B4-BE49-F238E27FC236}">
                <a16:creationId xmlns:a16="http://schemas.microsoft.com/office/drawing/2014/main" id="{A59F83C9-FDA6-45BF-9BEE-ACC18AD3C4E6}"/>
              </a:ext>
            </a:extLst>
          </p:cNvPr>
          <p:cNvSpPr>
            <a:spLocks xmlns:a="http://schemas.openxmlformats.org/drawingml/2006/main" noGrp="1"/>
          </p:cNvSpPr>
          <p:nvPr/>
        </p:nvSpPr>
        <p:spPr>
          <a:xfrm xmlns:a="http://schemas.openxmlformats.org/drawingml/2006/main">
            <a:off x="1028700" y="4562475"/>
            <a:ext cx="33242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F85"/>
                </a:solidFill>
                <a:latin typeface="Segoe UI"/>
                <a:ea typeface="Segoe UI"/>
                <a:cs typeface="Segoe UI"/>
              </a:defRPr>
            </a:pPr>
            <a:r>
              <a:rPr sz="1575" b="0">
                <a:solidFill>
                  <a:srgbClr val="526F85"/>
                </a:solidFill>
                <a:latin typeface="Segoe UI"/>
                <a:ea typeface="Segoe UI"/>
                <a:cs typeface="Segoe UI"/>
              </a:rPr>
              <a:t>Care matching only. 90 days.</a:t>
            </a:r>
          </a:p>
        </p:txBody>
      </p:sp>
      <p:sp>
        <p:nvSpPr>
          <p:cNvPr id="20" name="roundRect-49">
            <a:extLst xmlns:a="http://schemas.openxmlformats.org/drawingml/2006/main">
              <a:ext uri="{FF2B5EF4-FFF2-40B4-BE49-F238E27FC236}">
                <a16:creationId xmlns:a16="http://schemas.microsoft.com/office/drawing/2014/main" id="{4B1F4CCC-DA47-455E-A46C-5182DFEA4176}"/>
              </a:ext>
            </a:extLst>
          </p:cNvPr>
          <p:cNvSpPr>
            <a:spLocks xmlns:a="http://schemas.openxmlformats.org/drawingml/2006/main" noGrp="1"/>
          </p:cNvSpPr>
          <p:nvPr/>
        </p:nvSpPr>
        <p:spPr>
          <a:xfrm xmlns:a="http://schemas.openxmlformats.org/drawingml/2006/main">
            <a:off x="1009650" y="5010150"/>
            <a:ext cx="2152650" cy="409575"/>
          </a:xfrm>
          <a:prstGeom xmlns:a="http://schemas.openxmlformats.org/drawingml/2006/main" prst="roundRect">
            <a:avLst>
              <a:gd name="adj" fmla="val 23256"/>
            </a:avLst>
          </a:prstGeom>
          <a:solidFill xmlns:a="http://schemas.openxmlformats.org/drawingml/2006/main">
            <a:srgbClr val="0079C8"/>
          </a:solidFill>
          <a:ln xmlns:a="http://schemas.openxmlformats.org/drawingml/2006/main" w="0">
            <a:noFill/>
            <a:prstDash val="solid"/>
          </a:ln>
        </p:spPr>
      </p:sp>
      <p:sp>
        <p:nvSpPr>
          <p:cNvPr id="21" name="textbox-50">
            <a:extLst xmlns:a="http://schemas.openxmlformats.org/drawingml/2006/main">
              <a:ext uri="{FF2B5EF4-FFF2-40B4-BE49-F238E27FC236}">
                <a16:creationId xmlns:a16="http://schemas.microsoft.com/office/drawing/2014/main" id="{3A28C1E8-C3ED-4F4E-8EDB-C975608998F4}"/>
              </a:ext>
            </a:extLst>
          </p:cNvPr>
          <p:cNvSpPr>
            <a:spLocks xmlns:a="http://schemas.openxmlformats.org/drawingml/2006/main" noGrp="1"/>
          </p:cNvSpPr>
          <p:nvPr/>
        </p:nvSpPr>
        <p:spPr>
          <a:xfrm xmlns:a="http://schemas.openxmlformats.org/drawingml/2006/main">
            <a:off x="1095375" y="5067300"/>
            <a:ext cx="1981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Share for 90 days</a:t>
            </a:r>
          </a:p>
        </p:txBody>
      </p:sp>
      <p:sp>
        <p:nvSpPr>
          <p:cNvPr id="22" name="textbox-51">
            <a:extLst xmlns:a="http://schemas.openxmlformats.org/drawingml/2006/main">
              <a:ext uri="{FF2B5EF4-FFF2-40B4-BE49-F238E27FC236}">
                <a16:creationId xmlns:a16="http://schemas.microsoft.com/office/drawing/2014/main" id="{B6168ECE-9820-4BA9-A167-3658EDC8BD7C}"/>
              </a:ext>
            </a:extLst>
          </p:cNvPr>
          <p:cNvSpPr>
            <a:spLocks xmlns:a="http://schemas.openxmlformats.org/drawingml/2006/main" noGrp="1"/>
          </p:cNvSpPr>
          <p:nvPr/>
        </p:nvSpPr>
        <p:spPr>
          <a:xfrm xmlns:a="http://schemas.openxmlformats.org/drawingml/2006/main">
            <a:off x="3314700" y="5076825"/>
            <a:ext cx="9810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526F85"/>
                </a:solidFill>
                <a:latin typeface="Segoe UI"/>
                <a:ea typeface="Segoe UI"/>
                <a:cs typeface="Segoe UI"/>
              </a:defRPr>
            </a:pPr>
            <a:r>
              <a:rPr sz="1425" b="0">
                <a:solidFill>
                  <a:srgbClr val="526F85"/>
                </a:solidFill>
                <a:latin typeface="Segoe UI"/>
                <a:ea typeface="Segoe UI"/>
                <a:cs typeface="Segoe UI"/>
              </a:rPr>
              <a:t>Not now</a:t>
            </a:r>
          </a:p>
        </p:txBody>
      </p:sp>
      <p:sp>
        <p:nvSpPr>
          <p:cNvPr id="23" name="textbox-52">
            <a:extLst xmlns:a="http://schemas.openxmlformats.org/drawingml/2006/main">
              <a:ext uri="{FF2B5EF4-FFF2-40B4-BE49-F238E27FC236}">
                <a16:creationId xmlns:a16="http://schemas.microsoft.com/office/drawing/2014/main" id="{10AD4339-3266-425C-814F-D0C2A2E95C3A}"/>
              </a:ext>
            </a:extLst>
          </p:cNvPr>
          <p:cNvSpPr>
            <a:spLocks xmlns:a="http://schemas.openxmlformats.org/drawingml/2006/main" noGrp="1"/>
          </p:cNvSpPr>
          <p:nvPr/>
        </p:nvSpPr>
        <p:spPr>
          <a:xfrm xmlns:a="http://schemas.openxmlformats.org/drawingml/2006/main">
            <a:off x="5219700" y="1685925"/>
            <a:ext cx="61341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335B"/>
                </a:solidFill>
                <a:latin typeface="Segoe UI"/>
                <a:ea typeface="Segoe UI"/>
                <a:cs typeface="Segoe UI"/>
              </a:defRPr>
            </a:pPr>
            <a:r>
              <a:rPr sz="2325" b="1">
                <a:solidFill>
                  <a:srgbClr val="00335B"/>
                </a:solidFill>
                <a:latin typeface="Segoe UI"/>
                <a:ea typeface="Segoe UI"/>
                <a:cs typeface="Segoe UI"/>
              </a:rPr>
              <a:t>Useful before she shares more</a:t>
            </a:r>
          </a:p>
        </p:txBody>
      </p:sp>
      <p:sp>
        <p:nvSpPr>
          <p:cNvPr id="24" name="textbox-53">
            <a:extLst xmlns:a="http://schemas.openxmlformats.org/drawingml/2006/main">
              <a:ext uri="{FF2B5EF4-FFF2-40B4-BE49-F238E27FC236}">
                <a16:creationId xmlns:a16="http://schemas.microsoft.com/office/drawing/2014/main" id="{9E100C2C-E6EE-4F37-B688-6ABD81636B6A}"/>
              </a:ext>
            </a:extLst>
          </p:cNvPr>
          <p:cNvSpPr>
            <a:spLocks xmlns:a="http://schemas.openxmlformats.org/drawingml/2006/main" noGrp="1"/>
          </p:cNvSpPr>
          <p:nvPr/>
        </p:nvSpPr>
        <p:spPr>
          <a:xfrm xmlns:a="http://schemas.openxmlformats.org/drawingml/2006/main">
            <a:off x="5229225" y="2181225"/>
            <a:ext cx="609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F85"/>
                </a:solidFill>
                <a:latin typeface="Segoe UI"/>
                <a:ea typeface="Segoe UI"/>
                <a:cs typeface="Segoe UI"/>
              </a:defRPr>
            </a:pPr>
            <a:r>
              <a:rPr sz="1950" b="0">
                <a:solidFill>
                  <a:srgbClr val="526F85"/>
                </a:solidFill>
                <a:latin typeface="Segoe UI"/>
                <a:ea typeface="Segoe UI"/>
                <a:cs typeface="Segoe UI"/>
              </a:rPr>
              <a:t>Existing OSHC membership and cover</a:t>
            </a:r>
          </a:p>
          <a:p xmlns:a="http://schemas.openxmlformats.org/drawingml/2006/main">
            <a:pPr algn="l">
              <a:defRPr sz="1950" b="0">
                <a:solidFill>
                  <a:srgbClr val="526F85"/>
                </a:solidFill>
                <a:latin typeface="Segoe UI"/>
                <a:ea typeface="Segoe UI"/>
                <a:cs typeface="Segoe UI"/>
              </a:defRPr>
            </a:pPr>
            <a:r>
              <a:rPr sz="1950" b="0">
                <a:solidFill>
                  <a:srgbClr val="526F85"/>
                </a:solidFill>
                <a:latin typeface="Segoe UI"/>
                <a:ea typeface="Segoe UI"/>
                <a:cs typeface="Segoe UI"/>
              </a:rPr>
              <a:t>provide the starting point.</a:t>
            </a:r>
          </a:p>
        </p:txBody>
      </p:sp>
      <p:sp>
        <p:nvSpPr>
          <p:cNvPr id="25" name="textbox-54">
            <a:extLst xmlns:a="http://schemas.openxmlformats.org/drawingml/2006/main">
              <a:ext uri="{FF2B5EF4-FFF2-40B4-BE49-F238E27FC236}">
                <a16:creationId xmlns:a16="http://schemas.microsoft.com/office/drawing/2014/main" id="{EA71E326-4A3A-473D-9EB0-BF6597D52610}"/>
              </a:ext>
            </a:extLst>
          </p:cNvPr>
          <p:cNvSpPr>
            <a:spLocks xmlns:a="http://schemas.openxmlformats.org/drawingml/2006/main" noGrp="1"/>
          </p:cNvSpPr>
          <p:nvPr/>
        </p:nvSpPr>
        <p:spPr>
          <a:xfrm xmlns:a="http://schemas.openxmlformats.org/drawingml/2006/main">
            <a:off x="5219700" y="3133725"/>
            <a:ext cx="12668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79C8"/>
                </a:solidFill>
                <a:latin typeface="Segoe UI"/>
                <a:ea typeface="Segoe UI"/>
                <a:cs typeface="Segoe UI"/>
              </a:defRPr>
            </a:pPr>
            <a:r>
              <a:rPr sz="1200" b="1">
                <a:solidFill>
                  <a:srgbClr val="0079C8"/>
                </a:solidFill>
                <a:latin typeface="Segoe UI"/>
                <a:ea typeface="Segoe UI"/>
                <a:cs typeface="Segoe UI"/>
              </a:rPr>
              <a:t>PURPOSE</a:t>
            </a:r>
          </a:p>
        </p:txBody>
      </p:sp>
      <p:sp>
        <p:nvSpPr>
          <p:cNvPr id="26" name="textbox-55">
            <a:extLst xmlns:a="http://schemas.openxmlformats.org/drawingml/2006/main">
              <a:ext uri="{FF2B5EF4-FFF2-40B4-BE49-F238E27FC236}">
                <a16:creationId xmlns:a16="http://schemas.microsoft.com/office/drawing/2014/main" id="{66BEF76E-4D66-47E2-ADCD-F6E362720396}"/>
              </a:ext>
            </a:extLst>
          </p:cNvPr>
          <p:cNvSpPr>
            <a:spLocks xmlns:a="http://schemas.openxmlformats.org/drawingml/2006/main" noGrp="1"/>
          </p:cNvSpPr>
          <p:nvPr/>
        </p:nvSpPr>
        <p:spPr>
          <a:xfrm xmlns:a="http://schemas.openxmlformats.org/drawingml/2006/main">
            <a:off x="6638925" y="3105150"/>
            <a:ext cx="481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C56"/>
                </a:solidFill>
                <a:latin typeface="Segoe UI"/>
                <a:ea typeface="Segoe UI"/>
                <a:cs typeface="Segoe UI"/>
              </a:defRPr>
            </a:pPr>
            <a:r>
              <a:rPr sz="1875" b="0">
                <a:solidFill>
                  <a:srgbClr val="173C56"/>
                </a:solidFill>
                <a:latin typeface="Segoe UI"/>
                <a:ea typeface="Segoe UI"/>
                <a:cs typeface="Segoe UI"/>
              </a:rPr>
              <a:t>Match relevant care options</a:t>
            </a:r>
          </a:p>
        </p:txBody>
      </p:sp>
      <p:sp>
        <p:nvSpPr>
          <p:cNvPr id="27" name="line-56">
            <a:extLst xmlns:a="http://schemas.openxmlformats.org/drawingml/2006/main">
              <a:ext uri="{FF2B5EF4-FFF2-40B4-BE49-F238E27FC236}">
                <a16:creationId xmlns:a16="http://schemas.microsoft.com/office/drawing/2014/main" id="{41155C32-F83D-488C-AF8D-0E9F977E172F}"/>
              </a:ext>
            </a:extLst>
          </p:cNvPr>
          <p:cNvSpPr>
            <a:spLocks xmlns:a="http://schemas.openxmlformats.org/drawingml/2006/main" noGrp="1"/>
          </p:cNvSpPr>
          <p:nvPr/>
        </p:nvSpPr>
        <p:spPr>
          <a:xfrm xmlns:a="http://schemas.openxmlformats.org/drawingml/2006/main">
            <a:off x="5219700" y="3533775"/>
            <a:ext cx="6229350" cy="0"/>
          </a:xfrm>
          <a:prstGeom xmlns:a="http://schemas.openxmlformats.org/drawingml/2006/main" prst="line">
            <a:avLst/>
          </a:prstGeom>
          <a:noFill xmlns:a="http://schemas.openxmlformats.org/drawingml/2006/main"/>
          <a:ln xmlns:a="http://schemas.openxmlformats.org/drawingml/2006/main" w="9525">
            <a:solidFill>
              <a:srgbClr val="CDE5F5"/>
            </a:solidFill>
            <a:prstDash val="solid"/>
          </a:ln>
        </p:spPr>
      </p:sp>
      <p:sp>
        <p:nvSpPr>
          <p:cNvPr id="28" name="textbox-57">
            <a:extLst xmlns:a="http://schemas.openxmlformats.org/drawingml/2006/main">
              <a:ext uri="{FF2B5EF4-FFF2-40B4-BE49-F238E27FC236}">
                <a16:creationId xmlns:a16="http://schemas.microsoft.com/office/drawing/2014/main" id="{54BF29FC-0C78-4B7C-9384-8921DEC13A83}"/>
              </a:ext>
            </a:extLst>
          </p:cNvPr>
          <p:cNvSpPr>
            <a:spLocks xmlns:a="http://schemas.openxmlformats.org/drawingml/2006/main" noGrp="1"/>
          </p:cNvSpPr>
          <p:nvPr/>
        </p:nvSpPr>
        <p:spPr>
          <a:xfrm xmlns:a="http://schemas.openxmlformats.org/drawingml/2006/main">
            <a:off x="5219700" y="3714750"/>
            <a:ext cx="12668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79C8"/>
                </a:solidFill>
                <a:latin typeface="Segoe UI"/>
                <a:ea typeface="Segoe UI"/>
                <a:cs typeface="Segoe UI"/>
              </a:defRPr>
            </a:pPr>
            <a:r>
              <a:rPr sz="1200" b="1">
                <a:solidFill>
                  <a:srgbClr val="0079C8"/>
                </a:solidFill>
                <a:latin typeface="Segoe UI"/>
                <a:ea typeface="Segoe UI"/>
                <a:cs typeface="Segoe UI"/>
              </a:rPr>
              <a:t>DURATION</a:t>
            </a:r>
          </a:p>
        </p:txBody>
      </p:sp>
      <p:sp>
        <p:nvSpPr>
          <p:cNvPr id="29" name="textbox-58">
            <a:extLst xmlns:a="http://schemas.openxmlformats.org/drawingml/2006/main">
              <a:ext uri="{FF2B5EF4-FFF2-40B4-BE49-F238E27FC236}">
                <a16:creationId xmlns:a16="http://schemas.microsoft.com/office/drawing/2014/main" id="{68E27E18-E8B3-4727-AC0F-820DDD100777}"/>
              </a:ext>
            </a:extLst>
          </p:cNvPr>
          <p:cNvSpPr>
            <a:spLocks xmlns:a="http://schemas.openxmlformats.org/drawingml/2006/main" noGrp="1"/>
          </p:cNvSpPr>
          <p:nvPr/>
        </p:nvSpPr>
        <p:spPr>
          <a:xfrm xmlns:a="http://schemas.openxmlformats.org/drawingml/2006/main">
            <a:off x="6638925" y="3686175"/>
            <a:ext cx="481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C56"/>
                </a:solidFill>
                <a:latin typeface="Segoe UI"/>
                <a:ea typeface="Segoe UI"/>
                <a:cs typeface="Segoe UI"/>
              </a:defRPr>
            </a:pPr>
            <a:r>
              <a:rPr sz="1875" b="0">
                <a:solidFill>
                  <a:srgbClr val="173C56"/>
                </a:solidFill>
                <a:latin typeface="Segoe UI"/>
                <a:ea typeface="Segoe UI"/>
                <a:cs typeface="Segoe UI"/>
              </a:rPr>
              <a:t>Bianca sets an expiry</a:t>
            </a:r>
          </a:p>
        </p:txBody>
      </p:sp>
      <p:sp>
        <p:nvSpPr>
          <p:cNvPr id="30" name="line-59">
            <a:extLst xmlns:a="http://schemas.openxmlformats.org/drawingml/2006/main">
              <a:ext uri="{FF2B5EF4-FFF2-40B4-BE49-F238E27FC236}">
                <a16:creationId xmlns:a16="http://schemas.microsoft.com/office/drawing/2014/main" id="{056F6164-577F-4269-9435-CBEB19F0FE1D}"/>
              </a:ext>
            </a:extLst>
          </p:cNvPr>
          <p:cNvSpPr>
            <a:spLocks xmlns:a="http://schemas.openxmlformats.org/drawingml/2006/main" noGrp="1"/>
          </p:cNvSpPr>
          <p:nvPr/>
        </p:nvSpPr>
        <p:spPr>
          <a:xfrm xmlns:a="http://schemas.openxmlformats.org/drawingml/2006/main">
            <a:off x="5219700" y="4114800"/>
            <a:ext cx="6229350" cy="0"/>
          </a:xfrm>
          <a:prstGeom xmlns:a="http://schemas.openxmlformats.org/drawingml/2006/main" prst="line">
            <a:avLst/>
          </a:prstGeom>
          <a:noFill xmlns:a="http://schemas.openxmlformats.org/drawingml/2006/main"/>
          <a:ln xmlns:a="http://schemas.openxmlformats.org/drawingml/2006/main" w="9525">
            <a:solidFill>
              <a:srgbClr val="CDE5F5"/>
            </a:solidFill>
            <a:prstDash val="solid"/>
          </a:ln>
        </p:spPr>
      </p:sp>
      <p:sp>
        <p:nvSpPr>
          <p:cNvPr id="31" name="textbox-60">
            <a:extLst xmlns:a="http://schemas.openxmlformats.org/drawingml/2006/main">
              <a:ext uri="{FF2B5EF4-FFF2-40B4-BE49-F238E27FC236}">
                <a16:creationId xmlns:a16="http://schemas.microsoft.com/office/drawing/2014/main" id="{7F391295-09A6-4667-A831-051924459060}"/>
              </a:ext>
            </a:extLst>
          </p:cNvPr>
          <p:cNvSpPr>
            <a:spLocks xmlns:a="http://schemas.openxmlformats.org/drawingml/2006/main" noGrp="1"/>
          </p:cNvSpPr>
          <p:nvPr/>
        </p:nvSpPr>
        <p:spPr>
          <a:xfrm xmlns:a="http://schemas.openxmlformats.org/drawingml/2006/main">
            <a:off x="5219700" y="4295775"/>
            <a:ext cx="12668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79C8"/>
                </a:solidFill>
                <a:latin typeface="Segoe UI"/>
                <a:ea typeface="Segoe UI"/>
                <a:cs typeface="Segoe UI"/>
              </a:defRPr>
            </a:pPr>
            <a:r>
              <a:rPr sz="1200" b="1">
                <a:solidFill>
                  <a:srgbClr val="0079C8"/>
                </a:solidFill>
                <a:latin typeface="Segoe UI"/>
                <a:ea typeface="Segoe UI"/>
                <a:cs typeface="Segoe UI"/>
              </a:rPr>
              <a:t>CONTROL</a:t>
            </a:r>
          </a:p>
        </p:txBody>
      </p:sp>
      <p:sp>
        <p:nvSpPr>
          <p:cNvPr id="32" name="textbox-61">
            <a:extLst xmlns:a="http://schemas.openxmlformats.org/drawingml/2006/main">
              <a:ext uri="{FF2B5EF4-FFF2-40B4-BE49-F238E27FC236}">
                <a16:creationId xmlns:a16="http://schemas.microsoft.com/office/drawing/2014/main" id="{D16BFCE5-FA42-4858-AD4F-A0A28FFCE21F}"/>
              </a:ext>
            </a:extLst>
          </p:cNvPr>
          <p:cNvSpPr>
            <a:spLocks xmlns:a="http://schemas.openxmlformats.org/drawingml/2006/main" noGrp="1"/>
          </p:cNvSpPr>
          <p:nvPr/>
        </p:nvSpPr>
        <p:spPr>
          <a:xfrm xmlns:a="http://schemas.openxmlformats.org/drawingml/2006/main">
            <a:off x="6638925" y="4267200"/>
            <a:ext cx="481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C56"/>
                </a:solidFill>
                <a:latin typeface="Segoe UI"/>
                <a:ea typeface="Segoe UI"/>
                <a:cs typeface="Segoe UI"/>
              </a:defRPr>
            </a:pPr>
            <a:r>
              <a:rPr sz="1875" b="0">
                <a:solidFill>
                  <a:srgbClr val="173C56"/>
                </a:solidFill>
                <a:latin typeface="Segoe UI"/>
                <a:ea typeface="Segoe UI"/>
                <a:cs typeface="Segoe UI"/>
              </a:rPr>
              <a:t>Review or remove anytime</a:t>
            </a:r>
          </a:p>
        </p:txBody>
      </p:sp>
      <p:sp>
        <p:nvSpPr>
          <p:cNvPr id="33" name="line-62">
            <a:extLst xmlns:a="http://schemas.openxmlformats.org/drawingml/2006/main">
              <a:ext uri="{FF2B5EF4-FFF2-40B4-BE49-F238E27FC236}">
                <a16:creationId xmlns:a16="http://schemas.microsoft.com/office/drawing/2014/main" id="{EF9D7C66-99D1-4F91-BA6F-6FFD5129755D}"/>
              </a:ext>
            </a:extLst>
          </p:cNvPr>
          <p:cNvSpPr>
            <a:spLocks xmlns:a="http://schemas.openxmlformats.org/drawingml/2006/main" noGrp="1"/>
          </p:cNvSpPr>
          <p:nvPr/>
        </p:nvSpPr>
        <p:spPr>
          <a:xfrm xmlns:a="http://schemas.openxmlformats.org/drawingml/2006/main">
            <a:off x="5219700" y="4695825"/>
            <a:ext cx="6229350" cy="0"/>
          </a:xfrm>
          <a:prstGeom xmlns:a="http://schemas.openxmlformats.org/drawingml/2006/main" prst="line">
            <a:avLst/>
          </a:prstGeom>
          <a:noFill xmlns:a="http://schemas.openxmlformats.org/drawingml/2006/main"/>
          <a:ln xmlns:a="http://schemas.openxmlformats.org/drawingml/2006/main" w="9525">
            <a:solidFill>
              <a:srgbClr val="CDE5F5"/>
            </a:solidFill>
            <a:prstDash val="solid"/>
          </a:ln>
        </p:spPr>
      </p:sp>
      <p:sp>
        <p:nvSpPr>
          <p:cNvPr id="34" name="textbox-63">
            <a:extLst xmlns:a="http://schemas.openxmlformats.org/drawingml/2006/main">
              <a:ext uri="{FF2B5EF4-FFF2-40B4-BE49-F238E27FC236}">
                <a16:creationId xmlns:a16="http://schemas.microsoft.com/office/drawing/2014/main" id="{948EBED5-3954-4EB4-9080-FB055C4ED40B}"/>
              </a:ext>
            </a:extLst>
          </p:cNvPr>
          <p:cNvSpPr>
            <a:spLocks xmlns:a="http://schemas.openxmlformats.org/drawingml/2006/main" noGrp="1"/>
          </p:cNvSpPr>
          <p:nvPr/>
        </p:nvSpPr>
        <p:spPr>
          <a:xfrm xmlns:a="http://schemas.openxmlformats.org/drawingml/2006/main">
            <a:off x="5219700" y="4876800"/>
            <a:ext cx="12668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79C8"/>
                </a:solidFill>
                <a:latin typeface="Segoe UI"/>
                <a:ea typeface="Segoe UI"/>
                <a:cs typeface="Segoe UI"/>
              </a:defRPr>
            </a:pPr>
            <a:r>
              <a:rPr sz="1200" b="1">
                <a:solidFill>
                  <a:srgbClr val="0079C8"/>
                </a:solidFill>
                <a:latin typeface="Segoe UI"/>
                <a:ea typeface="Segoe UI"/>
                <a:cs typeface="Segoe UI"/>
              </a:rPr>
              <a:t>BOUNDARY</a:t>
            </a:r>
          </a:p>
        </p:txBody>
      </p:sp>
      <p:sp>
        <p:nvSpPr>
          <p:cNvPr id="35" name="textbox-64">
            <a:extLst xmlns:a="http://schemas.openxmlformats.org/drawingml/2006/main">
              <a:ext uri="{FF2B5EF4-FFF2-40B4-BE49-F238E27FC236}">
                <a16:creationId xmlns:a16="http://schemas.microsoft.com/office/drawing/2014/main" id="{723B3406-A5BA-4AE4-AE14-756463B91994}"/>
              </a:ext>
            </a:extLst>
          </p:cNvPr>
          <p:cNvSpPr>
            <a:spLocks xmlns:a="http://schemas.openxmlformats.org/drawingml/2006/main" noGrp="1"/>
          </p:cNvSpPr>
          <p:nvPr/>
        </p:nvSpPr>
        <p:spPr>
          <a:xfrm xmlns:a="http://schemas.openxmlformats.org/drawingml/2006/main">
            <a:off x="6638925" y="4848225"/>
            <a:ext cx="481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C56"/>
                </a:solidFill>
                <a:latin typeface="Segoe UI"/>
                <a:ea typeface="Segoe UI"/>
                <a:cs typeface="Segoe UI"/>
              </a:defRPr>
            </a:pPr>
            <a:r>
              <a:rPr sz="1875" b="0">
                <a:solidFill>
                  <a:srgbClr val="173C56"/>
                </a:solidFill>
                <a:latin typeface="Segoe UI"/>
                <a:ea typeface="Segoe UI"/>
                <a:cs typeface="Segoe UI"/>
              </a:rPr>
              <a:t>Care personalisation only</a:t>
            </a:r>
          </a:p>
        </p:txBody>
      </p:sp>
      <p:sp>
        <p:nvSpPr>
          <p:cNvPr id="36" name="textbox-65">
            <a:extLst xmlns:a="http://schemas.openxmlformats.org/drawingml/2006/main">
              <a:ext uri="{FF2B5EF4-FFF2-40B4-BE49-F238E27FC236}">
                <a16:creationId xmlns:a16="http://schemas.microsoft.com/office/drawing/2014/main" id="{225154B7-410F-4FB4-820F-C1050A05D7AA}"/>
              </a:ext>
            </a:extLst>
          </p:cNvPr>
          <p:cNvSpPr>
            <a:spLocks xmlns:a="http://schemas.openxmlformats.org/drawingml/2006/main" noGrp="1"/>
          </p:cNvSpPr>
          <p:nvPr/>
        </p:nvSpPr>
        <p:spPr>
          <a:xfrm xmlns:a="http://schemas.openxmlformats.org/drawingml/2006/main">
            <a:off x="5229225" y="5610225"/>
            <a:ext cx="6362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F85"/>
                </a:solidFill>
                <a:latin typeface="Segoe UI"/>
                <a:ea typeface="Segoe UI"/>
                <a:cs typeface="Segoe UI"/>
              </a:defRPr>
            </a:pPr>
            <a:r>
              <a:rPr sz="1275" b="0">
                <a:solidFill>
                  <a:srgbClr val="526F85"/>
                </a:solidFill>
                <a:latin typeface="Segoe UI"/>
                <a:ea typeface="Segoe UI"/>
                <a:cs typeface="Segoe UI"/>
              </a:rPr>
              <a:t>Proposed boundary: these preferences do not change individual premiums.</a:t>
            </a:r>
          </a:p>
        </p:txBody>
      </p:sp>
      <p:sp>
        <p:nvSpPr>
          <p:cNvPr id="37" name="rect-66">
            <a:extLst xmlns:a="http://schemas.openxmlformats.org/drawingml/2006/main">
              <a:ext uri="{FF2B5EF4-FFF2-40B4-BE49-F238E27FC236}">
                <a16:creationId xmlns:a16="http://schemas.microsoft.com/office/drawing/2014/main" id="{A1CD633E-2226-461B-A602-4F217A6115AB}"/>
              </a:ext>
            </a:extLst>
          </p:cNvPr>
          <p:cNvSpPr>
            <a:spLocks xmlns:a="http://schemas.openxmlformats.org/drawingml/2006/main" noGrp="1"/>
          </p:cNvSpPr>
          <p:nvPr/>
        </p:nvSpPr>
        <p:spPr>
          <a:xfrm xmlns:a="http://schemas.openxmlformats.org/drawingml/2006/main">
            <a:off x="0" y="6096000"/>
            <a:ext cx="12192000" cy="762000"/>
          </a:xfrm>
          <a:prstGeom xmlns:a="http://schemas.openxmlformats.org/drawingml/2006/main" prst="rect">
            <a:avLst/>
          </a:prstGeom>
          <a:solidFill xmlns:a="http://schemas.openxmlformats.org/drawingml/2006/main">
            <a:srgbClr val="EEF7FD"/>
          </a:solidFill>
          <a:ln xmlns:a="http://schemas.openxmlformats.org/drawingml/2006/main" w="0">
            <a:noFill/>
            <a:prstDash val="solid"/>
          </a:ln>
        </p:spPr>
      </p:sp>
      <p:sp>
        <p:nvSpPr>
          <p:cNvPr id="38" name="line-67">
            <a:extLst xmlns:a="http://schemas.openxmlformats.org/drawingml/2006/main">
              <a:ext uri="{FF2B5EF4-FFF2-40B4-BE49-F238E27FC236}">
                <a16:creationId xmlns:a16="http://schemas.microsoft.com/office/drawing/2014/main" id="{1EC3AF13-5958-478F-9DDC-68D24F63C6AB}"/>
              </a:ext>
            </a:extLst>
          </p:cNvPr>
          <p:cNvSpPr>
            <a:spLocks xmlns:a="http://schemas.openxmlformats.org/drawingml/2006/main" noGrp="1"/>
          </p:cNvSpPr>
          <p:nvPr/>
        </p:nvSpPr>
        <p:spPr>
          <a:xfrm xmlns:a="http://schemas.openxmlformats.org/drawingml/2006/main">
            <a:off x="1028700" y="6315075"/>
            <a:ext cx="1685925" cy="0"/>
          </a:xfrm>
          <a:prstGeom xmlns:a="http://schemas.openxmlformats.org/drawingml/2006/main" prst="line">
            <a:avLst/>
          </a:prstGeom>
          <a:noFill xmlns:a="http://schemas.openxmlformats.org/drawingml/2006/main"/>
          <a:ln xmlns:a="http://schemas.openxmlformats.org/drawingml/2006/main" w="19050">
            <a:solidFill>
              <a:srgbClr val="0079C8"/>
            </a:solidFill>
            <a:prstDash val="solid"/>
          </a:ln>
        </p:spPr>
      </p:sp>
      <p:sp>
        <p:nvSpPr>
          <p:cNvPr id="39" name="line-68">
            <a:extLst xmlns:a="http://schemas.openxmlformats.org/drawingml/2006/main">
              <a:ext uri="{FF2B5EF4-FFF2-40B4-BE49-F238E27FC236}">
                <a16:creationId xmlns:a16="http://schemas.microsoft.com/office/drawing/2014/main" id="{386FFC84-987E-4E0D-B7E4-1EBE67DF6068}"/>
              </a:ext>
            </a:extLst>
          </p:cNvPr>
          <p:cNvSpPr>
            <a:spLocks xmlns:a="http://schemas.openxmlformats.org/drawingml/2006/main" noGrp="1"/>
          </p:cNvSpPr>
          <p:nvPr/>
        </p:nvSpPr>
        <p:spPr>
          <a:xfrm xmlns:a="http://schemas.openxmlformats.org/drawingml/2006/main">
            <a:off x="2714625" y="6315075"/>
            <a:ext cx="1685925" cy="0"/>
          </a:xfrm>
          <a:prstGeom xmlns:a="http://schemas.openxmlformats.org/drawingml/2006/main" prst="line">
            <a:avLst/>
          </a:prstGeom>
          <a:noFill xmlns:a="http://schemas.openxmlformats.org/drawingml/2006/main"/>
          <a:ln xmlns:a="http://schemas.openxmlformats.org/drawingml/2006/main" w="19050">
            <a:solidFill>
              <a:srgbClr val="CDE5F5"/>
            </a:solidFill>
            <a:prstDash val="solid"/>
          </a:ln>
        </p:spPr>
      </p:sp>
      <p:sp>
        <p:nvSpPr>
          <p:cNvPr id="40" name="line-69">
            <a:extLst xmlns:a="http://schemas.openxmlformats.org/drawingml/2006/main">
              <a:ext uri="{FF2B5EF4-FFF2-40B4-BE49-F238E27FC236}">
                <a16:creationId xmlns:a16="http://schemas.microsoft.com/office/drawing/2014/main" id="{29A5C103-F5F8-4699-A84A-792D4CE98348}"/>
              </a:ext>
            </a:extLst>
          </p:cNvPr>
          <p:cNvSpPr>
            <a:spLocks xmlns:a="http://schemas.openxmlformats.org/drawingml/2006/main" noGrp="1"/>
          </p:cNvSpPr>
          <p:nvPr/>
        </p:nvSpPr>
        <p:spPr>
          <a:xfrm xmlns:a="http://schemas.openxmlformats.org/drawingml/2006/main">
            <a:off x="4400550" y="6315075"/>
            <a:ext cx="1685925" cy="0"/>
          </a:xfrm>
          <a:prstGeom xmlns:a="http://schemas.openxmlformats.org/drawingml/2006/main" prst="line">
            <a:avLst/>
          </a:prstGeom>
          <a:noFill xmlns:a="http://schemas.openxmlformats.org/drawingml/2006/main"/>
          <a:ln xmlns:a="http://schemas.openxmlformats.org/drawingml/2006/main" w="19050">
            <a:solidFill>
              <a:srgbClr val="CDE5F5"/>
            </a:solidFill>
            <a:prstDash val="solid"/>
          </a:ln>
        </p:spPr>
      </p:sp>
      <p:sp>
        <p:nvSpPr>
          <p:cNvPr id="41" name="line-70">
            <a:extLst xmlns:a="http://schemas.openxmlformats.org/drawingml/2006/main">
              <a:ext uri="{FF2B5EF4-FFF2-40B4-BE49-F238E27FC236}">
                <a16:creationId xmlns:a16="http://schemas.microsoft.com/office/drawing/2014/main" id="{5CA28F51-1377-4F49-A6F7-881C2FB14F25}"/>
              </a:ext>
            </a:extLst>
          </p:cNvPr>
          <p:cNvSpPr>
            <a:spLocks xmlns:a="http://schemas.openxmlformats.org/drawingml/2006/main" noGrp="1"/>
          </p:cNvSpPr>
          <p:nvPr/>
        </p:nvSpPr>
        <p:spPr>
          <a:xfrm xmlns:a="http://schemas.openxmlformats.org/drawingml/2006/main">
            <a:off x="6086475" y="6315075"/>
            <a:ext cx="1685925" cy="0"/>
          </a:xfrm>
          <a:prstGeom xmlns:a="http://schemas.openxmlformats.org/drawingml/2006/main" prst="line">
            <a:avLst/>
          </a:prstGeom>
          <a:noFill xmlns:a="http://schemas.openxmlformats.org/drawingml/2006/main"/>
          <a:ln xmlns:a="http://schemas.openxmlformats.org/drawingml/2006/main" w="19050">
            <a:solidFill>
              <a:srgbClr val="CDE5F5"/>
            </a:solidFill>
            <a:prstDash val="solid"/>
          </a:ln>
        </p:spPr>
      </p:sp>
      <p:sp>
        <p:nvSpPr>
          <p:cNvPr id="42" name="line-71">
            <a:extLst xmlns:a="http://schemas.openxmlformats.org/drawingml/2006/main">
              <a:ext uri="{FF2B5EF4-FFF2-40B4-BE49-F238E27FC236}">
                <a16:creationId xmlns:a16="http://schemas.microsoft.com/office/drawing/2014/main" id="{A4FEB7CB-D065-462F-A517-CD8A4B86171C}"/>
              </a:ext>
            </a:extLst>
          </p:cNvPr>
          <p:cNvSpPr>
            <a:spLocks xmlns:a="http://schemas.openxmlformats.org/drawingml/2006/main" noGrp="1"/>
          </p:cNvSpPr>
          <p:nvPr/>
        </p:nvSpPr>
        <p:spPr>
          <a:xfrm xmlns:a="http://schemas.openxmlformats.org/drawingml/2006/main">
            <a:off x="7772400" y="6315075"/>
            <a:ext cx="1685925" cy="0"/>
          </a:xfrm>
          <a:prstGeom xmlns:a="http://schemas.openxmlformats.org/drawingml/2006/main" prst="line">
            <a:avLst/>
          </a:prstGeom>
          <a:noFill xmlns:a="http://schemas.openxmlformats.org/drawingml/2006/main"/>
          <a:ln xmlns:a="http://schemas.openxmlformats.org/drawingml/2006/main" w="19050">
            <a:solidFill>
              <a:srgbClr val="CDE5F5"/>
            </a:solidFill>
            <a:prstDash val="solid"/>
          </a:ln>
        </p:spPr>
      </p:sp>
      <p:sp>
        <p:nvSpPr>
          <p:cNvPr id="43" name="line-72">
            <a:extLst xmlns:a="http://schemas.openxmlformats.org/drawingml/2006/main">
              <a:ext uri="{FF2B5EF4-FFF2-40B4-BE49-F238E27FC236}">
                <a16:creationId xmlns:a16="http://schemas.microsoft.com/office/drawing/2014/main" id="{ECCCDF8C-984F-4F69-8EDF-E23E05B6FCAB}"/>
              </a:ext>
            </a:extLst>
          </p:cNvPr>
          <p:cNvSpPr>
            <a:spLocks xmlns:a="http://schemas.openxmlformats.org/drawingml/2006/main" noGrp="1"/>
          </p:cNvSpPr>
          <p:nvPr/>
        </p:nvSpPr>
        <p:spPr>
          <a:xfrm xmlns:a="http://schemas.openxmlformats.org/drawingml/2006/main">
            <a:off x="9458325" y="6315075"/>
            <a:ext cx="1685925" cy="0"/>
          </a:xfrm>
          <a:prstGeom xmlns:a="http://schemas.openxmlformats.org/drawingml/2006/main" prst="line">
            <a:avLst/>
          </a:prstGeom>
          <a:noFill xmlns:a="http://schemas.openxmlformats.org/drawingml/2006/main"/>
          <a:ln xmlns:a="http://schemas.openxmlformats.org/drawingml/2006/main" w="19050">
            <a:solidFill>
              <a:srgbClr val="CDE5F5"/>
            </a:solidFill>
            <a:prstDash val="solid"/>
          </a:ln>
        </p:spPr>
      </p:sp>
      <p:sp>
        <p:nvSpPr>
          <p:cNvPr id="44" name="ellipse-73">
            <a:extLst xmlns:a="http://schemas.openxmlformats.org/drawingml/2006/main">
              <a:ext uri="{FF2B5EF4-FFF2-40B4-BE49-F238E27FC236}">
                <a16:creationId xmlns:a16="http://schemas.microsoft.com/office/drawing/2014/main" id="{F34CB1A9-A6B2-472F-A033-0EB48EFDC1C3}"/>
              </a:ext>
            </a:extLst>
          </p:cNvPr>
          <p:cNvSpPr>
            <a:spLocks xmlns:a="http://schemas.openxmlformats.org/drawingml/2006/main" noGrp="1"/>
          </p:cNvSpPr>
          <p:nvPr/>
        </p:nvSpPr>
        <p:spPr>
          <a:xfrm xmlns:a="http://schemas.openxmlformats.org/drawingml/2006/main">
            <a:off x="962025" y="6248400"/>
            <a:ext cx="133350" cy="133350"/>
          </a:xfrm>
          <a:prstGeom xmlns:a="http://schemas.openxmlformats.org/drawingml/2006/main" prst="ellipse">
            <a:avLst/>
          </a:prstGeom>
          <a:solidFill xmlns:a="http://schemas.openxmlformats.org/drawingml/2006/main">
            <a:srgbClr val="0079C8"/>
          </a:solidFill>
          <a:ln xmlns:a="http://schemas.openxmlformats.org/drawingml/2006/main" w="14288">
            <a:solidFill>
              <a:srgbClr val="CDE5F5"/>
            </a:solidFill>
            <a:prstDash val="solid"/>
          </a:ln>
        </p:spPr>
      </p:sp>
      <p:sp>
        <p:nvSpPr>
          <p:cNvPr id="45" name="textbox-74">
            <a:extLst xmlns:a="http://schemas.openxmlformats.org/drawingml/2006/main">
              <a:ext uri="{FF2B5EF4-FFF2-40B4-BE49-F238E27FC236}">
                <a16:creationId xmlns:a16="http://schemas.microsoft.com/office/drawing/2014/main" id="{038CB6C1-C071-490E-83CC-B9F0B6699903}"/>
              </a:ext>
            </a:extLst>
          </p:cNvPr>
          <p:cNvSpPr>
            <a:spLocks xmlns:a="http://schemas.openxmlformats.org/drawingml/2006/main" noGrp="1"/>
          </p:cNvSpPr>
          <p:nvPr/>
        </p:nvSpPr>
        <p:spPr>
          <a:xfrm xmlns:a="http://schemas.openxmlformats.org/drawingml/2006/main">
            <a:off x="942975" y="62007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Segoe UI"/>
                <a:ea typeface="Segoe UI"/>
                <a:cs typeface="Segoe UI"/>
              </a:defRPr>
            </a:pPr>
            <a:r>
              <a:rPr sz="1125" b="1">
                <a:solidFill>
                  <a:srgbClr val="FFFFFF"/>
                </a:solidFill>
                <a:latin typeface="Segoe UI"/>
                <a:ea typeface="Segoe UI"/>
                <a:cs typeface="Segoe UI"/>
              </a:rPr>
              <a:t>✓</a:t>
            </a:r>
          </a:p>
        </p:txBody>
      </p:sp>
      <p:sp>
        <p:nvSpPr>
          <p:cNvPr id="46" name="textbox-75">
            <a:extLst xmlns:a="http://schemas.openxmlformats.org/drawingml/2006/main">
              <a:ext uri="{FF2B5EF4-FFF2-40B4-BE49-F238E27FC236}">
                <a16:creationId xmlns:a16="http://schemas.microsoft.com/office/drawing/2014/main" id="{24C3D3D5-5A5C-47D6-82A4-5356CCD98685}"/>
              </a:ext>
            </a:extLst>
          </p:cNvPr>
          <p:cNvSpPr>
            <a:spLocks xmlns:a="http://schemas.openxmlformats.org/drawingml/2006/main" noGrp="1"/>
          </p:cNvSpPr>
          <p:nvPr/>
        </p:nvSpPr>
        <p:spPr>
          <a:xfrm xmlns:a="http://schemas.openxmlformats.org/drawingml/2006/main">
            <a:off x="36195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ARRIVE</a:t>
            </a:r>
          </a:p>
        </p:txBody>
      </p:sp>
      <p:sp>
        <p:nvSpPr>
          <p:cNvPr id="47" name="ellipse-76">
            <a:extLst xmlns:a="http://schemas.openxmlformats.org/drawingml/2006/main">
              <a:ext uri="{FF2B5EF4-FFF2-40B4-BE49-F238E27FC236}">
                <a16:creationId xmlns:a16="http://schemas.microsoft.com/office/drawing/2014/main" id="{37ECE851-A83E-4058-AF1E-13CAE2475DE2}"/>
              </a:ext>
            </a:extLst>
          </p:cNvPr>
          <p:cNvSpPr>
            <a:spLocks xmlns:a="http://schemas.openxmlformats.org/drawingml/2006/main" noGrp="1"/>
          </p:cNvSpPr>
          <p:nvPr/>
        </p:nvSpPr>
        <p:spPr>
          <a:xfrm xmlns:a="http://schemas.openxmlformats.org/drawingml/2006/main">
            <a:off x="2647950" y="6248400"/>
            <a:ext cx="133350" cy="133350"/>
          </a:xfrm>
          <a:prstGeom xmlns:a="http://schemas.openxmlformats.org/drawingml/2006/main" prst="ellipse">
            <a:avLst/>
          </a:prstGeom>
          <a:solidFill xmlns:a="http://schemas.openxmlformats.org/drawingml/2006/main">
            <a:srgbClr val="EEF7FD"/>
          </a:solidFill>
          <a:ln xmlns:a="http://schemas.openxmlformats.org/drawingml/2006/main" w="14288">
            <a:solidFill>
              <a:srgbClr val="CDE5F5"/>
            </a:solidFill>
            <a:prstDash val="solid"/>
          </a:ln>
        </p:spPr>
      </p:sp>
      <p:sp>
        <p:nvSpPr>
          <p:cNvPr id="48" name="textbox-77">
            <a:extLst xmlns:a="http://schemas.openxmlformats.org/drawingml/2006/main">
              <a:ext uri="{FF2B5EF4-FFF2-40B4-BE49-F238E27FC236}">
                <a16:creationId xmlns:a16="http://schemas.microsoft.com/office/drawing/2014/main" id="{55993F5E-F846-4D4E-9F21-03ED43C97522}"/>
              </a:ext>
            </a:extLst>
          </p:cNvPr>
          <p:cNvSpPr>
            <a:spLocks xmlns:a="http://schemas.openxmlformats.org/drawingml/2006/main" noGrp="1"/>
          </p:cNvSpPr>
          <p:nvPr/>
        </p:nvSpPr>
        <p:spPr>
          <a:xfrm xmlns:a="http://schemas.openxmlformats.org/drawingml/2006/main">
            <a:off x="204787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0079C8"/>
                </a:solidFill>
                <a:latin typeface="Segoe UI"/>
                <a:ea typeface="Segoe UI"/>
                <a:cs typeface="Segoe UI"/>
              </a:defRPr>
            </a:pPr>
            <a:r>
              <a:rPr sz="1050" b="1">
                <a:solidFill>
                  <a:srgbClr val="0079C8"/>
                </a:solidFill>
                <a:latin typeface="Segoe UI"/>
                <a:ea typeface="Segoe UI"/>
                <a:cs typeface="Segoe UI"/>
              </a:rPr>
              <a:t>SHARE</a:t>
            </a:r>
          </a:p>
        </p:txBody>
      </p:sp>
      <p:sp>
        <p:nvSpPr>
          <p:cNvPr id="49" name="ellipse-78">
            <a:extLst xmlns:a="http://schemas.openxmlformats.org/drawingml/2006/main">
              <a:ext uri="{FF2B5EF4-FFF2-40B4-BE49-F238E27FC236}">
                <a16:creationId xmlns:a16="http://schemas.microsoft.com/office/drawing/2014/main" id="{180F62BE-0096-47AF-85BB-2647A3D10DA1}"/>
              </a:ext>
            </a:extLst>
          </p:cNvPr>
          <p:cNvSpPr>
            <a:spLocks xmlns:a="http://schemas.openxmlformats.org/drawingml/2006/main" noGrp="1"/>
          </p:cNvSpPr>
          <p:nvPr/>
        </p:nvSpPr>
        <p:spPr>
          <a:xfrm xmlns:a="http://schemas.openxmlformats.org/drawingml/2006/main">
            <a:off x="2457450" y="6038850"/>
            <a:ext cx="514350" cy="514350"/>
          </a:xfrm>
          <a:prstGeom xmlns:a="http://schemas.openxmlformats.org/drawingml/2006/main" prst="ellipse">
            <a:avLst/>
          </a:prstGeom>
          <a:solidFill xmlns:a="http://schemas.openxmlformats.org/drawingml/2006/main">
            <a:srgbClr val="FFFFFF"/>
          </a:solidFill>
          <a:ln xmlns:a="http://schemas.openxmlformats.org/drawingml/2006/main" w="23813">
            <a:solidFill>
              <a:srgbClr val="0079C8"/>
            </a:solidFill>
            <a:prstDash val="solid"/>
          </a:ln>
        </p:spPr>
      </p:sp>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54aff0643f444af2"/>
          <a:srcRect xmlns:a="http://schemas.openxmlformats.org/drawingml/2006/main" l="0" t="0" r="0" b="0"/>
          <a:stretch xmlns:a="http://schemas.openxmlformats.org/drawingml/2006/main">
            <a:fillRect l="0" t="0" r="0" b="0"/>
          </a:stretch>
        </p:blipFill>
        <p:spPr>
          <a:xfrm xmlns:a="http://schemas.openxmlformats.org/drawingml/2006/main">
            <a:off x="2486025" y="6067425"/>
            <a:ext cx="457200" cy="457200"/>
          </a:xfrm>
          <a:prstGeom xmlns:a="http://schemas.openxmlformats.org/drawingml/2006/main" prst="ellipse">
            <a:avLst/>
          </a:prstGeom>
        </p:spPr>
      </p:pic>
      <p:sp>
        <p:nvSpPr>
          <p:cNvPr id="51" name="ellipse-79">
            <a:extLst xmlns:a="http://schemas.openxmlformats.org/drawingml/2006/main">
              <a:ext uri="{FF2B5EF4-FFF2-40B4-BE49-F238E27FC236}">
                <a16:creationId xmlns:a16="http://schemas.microsoft.com/office/drawing/2014/main" id="{1BD5FF4A-2013-429C-9DA4-482C83F9DCD9}"/>
              </a:ext>
            </a:extLst>
          </p:cNvPr>
          <p:cNvSpPr>
            <a:spLocks xmlns:a="http://schemas.openxmlformats.org/drawingml/2006/main" noGrp="1"/>
          </p:cNvSpPr>
          <p:nvPr/>
        </p:nvSpPr>
        <p:spPr>
          <a:xfrm xmlns:a="http://schemas.openxmlformats.org/drawingml/2006/main">
            <a:off x="4333875" y="6248400"/>
            <a:ext cx="133350" cy="133350"/>
          </a:xfrm>
          <a:prstGeom xmlns:a="http://schemas.openxmlformats.org/drawingml/2006/main" prst="ellipse">
            <a:avLst/>
          </a:prstGeom>
          <a:solidFill xmlns:a="http://schemas.openxmlformats.org/drawingml/2006/main">
            <a:srgbClr val="EEF7FD"/>
          </a:solidFill>
          <a:ln xmlns:a="http://schemas.openxmlformats.org/drawingml/2006/main" w="14288">
            <a:solidFill>
              <a:srgbClr val="CDE5F5"/>
            </a:solidFill>
            <a:prstDash val="solid"/>
          </a:ln>
        </p:spPr>
      </p:sp>
      <p:sp>
        <p:nvSpPr>
          <p:cNvPr id="52" name="textbox-80">
            <a:extLst xmlns:a="http://schemas.openxmlformats.org/drawingml/2006/main">
              <a:ext uri="{FF2B5EF4-FFF2-40B4-BE49-F238E27FC236}">
                <a16:creationId xmlns:a16="http://schemas.microsoft.com/office/drawing/2014/main" id="{66AA6475-C72F-46A1-AF46-3A6C4C1CE7A6}"/>
              </a:ext>
            </a:extLst>
          </p:cNvPr>
          <p:cNvSpPr>
            <a:spLocks xmlns:a="http://schemas.openxmlformats.org/drawingml/2006/main" noGrp="1"/>
          </p:cNvSpPr>
          <p:nvPr/>
        </p:nvSpPr>
        <p:spPr>
          <a:xfrm xmlns:a="http://schemas.openxmlformats.org/drawingml/2006/main">
            <a:off x="373380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NEED</a:t>
            </a:r>
          </a:p>
        </p:txBody>
      </p:sp>
      <p:sp>
        <p:nvSpPr>
          <p:cNvPr id="53" name="ellipse-81">
            <a:extLst xmlns:a="http://schemas.openxmlformats.org/drawingml/2006/main">
              <a:ext uri="{FF2B5EF4-FFF2-40B4-BE49-F238E27FC236}">
                <a16:creationId xmlns:a16="http://schemas.microsoft.com/office/drawing/2014/main" id="{82767A4B-AE3E-4557-AEA1-04F1323D8C1F}"/>
              </a:ext>
            </a:extLst>
          </p:cNvPr>
          <p:cNvSpPr>
            <a:spLocks xmlns:a="http://schemas.openxmlformats.org/drawingml/2006/main" noGrp="1"/>
          </p:cNvSpPr>
          <p:nvPr/>
        </p:nvSpPr>
        <p:spPr>
          <a:xfrm xmlns:a="http://schemas.openxmlformats.org/drawingml/2006/main">
            <a:off x="6019800" y="6248400"/>
            <a:ext cx="133350" cy="133350"/>
          </a:xfrm>
          <a:prstGeom xmlns:a="http://schemas.openxmlformats.org/drawingml/2006/main" prst="ellipse">
            <a:avLst/>
          </a:prstGeom>
          <a:solidFill xmlns:a="http://schemas.openxmlformats.org/drawingml/2006/main">
            <a:srgbClr val="EEF7FD"/>
          </a:solidFill>
          <a:ln xmlns:a="http://schemas.openxmlformats.org/drawingml/2006/main" w="14288">
            <a:solidFill>
              <a:srgbClr val="CDE5F5"/>
            </a:solidFill>
            <a:prstDash val="solid"/>
          </a:ln>
        </p:spPr>
      </p:sp>
      <p:sp>
        <p:nvSpPr>
          <p:cNvPr id="54" name="textbox-82">
            <a:extLst xmlns:a="http://schemas.openxmlformats.org/drawingml/2006/main">
              <a:ext uri="{FF2B5EF4-FFF2-40B4-BE49-F238E27FC236}">
                <a16:creationId xmlns:a16="http://schemas.microsoft.com/office/drawing/2014/main" id="{6E0923D3-D04B-4199-B993-4A2DD6F1BB5B}"/>
              </a:ext>
            </a:extLst>
          </p:cNvPr>
          <p:cNvSpPr>
            <a:spLocks xmlns:a="http://schemas.openxmlformats.org/drawingml/2006/main" noGrp="1"/>
          </p:cNvSpPr>
          <p:nvPr/>
        </p:nvSpPr>
        <p:spPr>
          <a:xfrm xmlns:a="http://schemas.openxmlformats.org/drawingml/2006/main">
            <a:off x="541972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NAVIGATE</a:t>
            </a:r>
          </a:p>
        </p:txBody>
      </p:sp>
      <p:sp>
        <p:nvSpPr>
          <p:cNvPr id="55" name="ellipse-83">
            <a:extLst xmlns:a="http://schemas.openxmlformats.org/drawingml/2006/main">
              <a:ext uri="{FF2B5EF4-FFF2-40B4-BE49-F238E27FC236}">
                <a16:creationId xmlns:a16="http://schemas.microsoft.com/office/drawing/2014/main" id="{4ADCA871-5121-478A-A96C-9AC4E1E08850}"/>
              </a:ext>
            </a:extLst>
          </p:cNvPr>
          <p:cNvSpPr>
            <a:spLocks xmlns:a="http://schemas.openxmlformats.org/drawingml/2006/main" noGrp="1"/>
          </p:cNvSpPr>
          <p:nvPr/>
        </p:nvSpPr>
        <p:spPr>
          <a:xfrm xmlns:a="http://schemas.openxmlformats.org/drawingml/2006/main">
            <a:off x="7705725" y="6248400"/>
            <a:ext cx="133350" cy="133350"/>
          </a:xfrm>
          <a:prstGeom xmlns:a="http://schemas.openxmlformats.org/drawingml/2006/main" prst="ellipse">
            <a:avLst/>
          </a:prstGeom>
          <a:solidFill xmlns:a="http://schemas.openxmlformats.org/drawingml/2006/main">
            <a:srgbClr val="EEF7FD"/>
          </a:solidFill>
          <a:ln xmlns:a="http://schemas.openxmlformats.org/drawingml/2006/main" w="14288">
            <a:solidFill>
              <a:srgbClr val="CDE5F5"/>
            </a:solidFill>
            <a:prstDash val="solid"/>
          </a:ln>
        </p:spPr>
      </p:sp>
      <p:sp>
        <p:nvSpPr>
          <p:cNvPr id="56" name="textbox-84">
            <a:extLst xmlns:a="http://schemas.openxmlformats.org/drawingml/2006/main">
              <a:ext uri="{FF2B5EF4-FFF2-40B4-BE49-F238E27FC236}">
                <a16:creationId xmlns:a16="http://schemas.microsoft.com/office/drawing/2014/main" id="{3F73ABC6-8D2E-4AE9-86F0-C09014956304}"/>
              </a:ext>
            </a:extLst>
          </p:cNvPr>
          <p:cNvSpPr>
            <a:spLocks xmlns:a="http://schemas.openxmlformats.org/drawingml/2006/main" noGrp="1"/>
          </p:cNvSpPr>
          <p:nvPr/>
        </p:nvSpPr>
        <p:spPr>
          <a:xfrm xmlns:a="http://schemas.openxmlformats.org/drawingml/2006/main">
            <a:off x="710565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CARE</a:t>
            </a:r>
          </a:p>
        </p:txBody>
      </p:sp>
      <p:sp>
        <p:nvSpPr>
          <p:cNvPr id="57" name="ellipse-85">
            <a:extLst xmlns:a="http://schemas.openxmlformats.org/drawingml/2006/main">
              <a:ext uri="{FF2B5EF4-FFF2-40B4-BE49-F238E27FC236}">
                <a16:creationId xmlns:a16="http://schemas.microsoft.com/office/drawing/2014/main" id="{ACD416CE-D764-439C-A7C1-D7422A5D7C42}"/>
              </a:ext>
            </a:extLst>
          </p:cNvPr>
          <p:cNvSpPr>
            <a:spLocks xmlns:a="http://schemas.openxmlformats.org/drawingml/2006/main" noGrp="1"/>
          </p:cNvSpPr>
          <p:nvPr/>
        </p:nvSpPr>
        <p:spPr>
          <a:xfrm xmlns:a="http://schemas.openxmlformats.org/drawingml/2006/main">
            <a:off x="9391650" y="6248400"/>
            <a:ext cx="133350" cy="133350"/>
          </a:xfrm>
          <a:prstGeom xmlns:a="http://schemas.openxmlformats.org/drawingml/2006/main" prst="ellipse">
            <a:avLst/>
          </a:prstGeom>
          <a:solidFill xmlns:a="http://schemas.openxmlformats.org/drawingml/2006/main">
            <a:srgbClr val="EEF7FD"/>
          </a:solidFill>
          <a:ln xmlns:a="http://schemas.openxmlformats.org/drawingml/2006/main" w="14288">
            <a:solidFill>
              <a:srgbClr val="CDE5F5"/>
            </a:solidFill>
            <a:prstDash val="solid"/>
          </a:ln>
        </p:spPr>
      </p:sp>
      <p:sp>
        <p:nvSpPr>
          <p:cNvPr id="58" name="textbox-86">
            <a:extLst xmlns:a="http://schemas.openxmlformats.org/drawingml/2006/main">
              <a:ext uri="{FF2B5EF4-FFF2-40B4-BE49-F238E27FC236}">
                <a16:creationId xmlns:a16="http://schemas.microsoft.com/office/drawing/2014/main" id="{E6CA4CB6-15CC-49BF-B39C-64A79CEFFC98}"/>
              </a:ext>
            </a:extLst>
          </p:cNvPr>
          <p:cNvSpPr>
            <a:spLocks xmlns:a="http://schemas.openxmlformats.org/drawingml/2006/main" noGrp="1"/>
          </p:cNvSpPr>
          <p:nvPr/>
        </p:nvSpPr>
        <p:spPr>
          <a:xfrm xmlns:a="http://schemas.openxmlformats.org/drawingml/2006/main">
            <a:off x="879157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FOLLOW UP</a:t>
            </a:r>
          </a:p>
        </p:txBody>
      </p:sp>
      <p:sp>
        <p:nvSpPr>
          <p:cNvPr id="59" name="ellipse-87">
            <a:extLst xmlns:a="http://schemas.openxmlformats.org/drawingml/2006/main">
              <a:ext uri="{FF2B5EF4-FFF2-40B4-BE49-F238E27FC236}">
                <a16:creationId xmlns:a16="http://schemas.microsoft.com/office/drawing/2014/main" id="{B901FBBB-22A1-482D-85DC-8ABD02A2923E}"/>
              </a:ext>
            </a:extLst>
          </p:cNvPr>
          <p:cNvSpPr>
            <a:spLocks xmlns:a="http://schemas.openxmlformats.org/drawingml/2006/main" noGrp="1"/>
          </p:cNvSpPr>
          <p:nvPr/>
        </p:nvSpPr>
        <p:spPr>
          <a:xfrm xmlns:a="http://schemas.openxmlformats.org/drawingml/2006/main">
            <a:off x="11077575" y="6248400"/>
            <a:ext cx="133350" cy="133350"/>
          </a:xfrm>
          <a:prstGeom xmlns:a="http://schemas.openxmlformats.org/drawingml/2006/main" prst="ellipse">
            <a:avLst/>
          </a:prstGeom>
          <a:solidFill xmlns:a="http://schemas.openxmlformats.org/drawingml/2006/main">
            <a:srgbClr val="EEF7FD"/>
          </a:solidFill>
          <a:ln xmlns:a="http://schemas.openxmlformats.org/drawingml/2006/main" w="14288">
            <a:solidFill>
              <a:srgbClr val="CDE5F5"/>
            </a:solidFill>
            <a:prstDash val="solid"/>
          </a:ln>
        </p:spPr>
      </p:sp>
      <p:sp>
        <p:nvSpPr>
          <p:cNvPr id="60" name="textbox-88">
            <a:extLst xmlns:a="http://schemas.openxmlformats.org/drawingml/2006/main">
              <a:ext uri="{FF2B5EF4-FFF2-40B4-BE49-F238E27FC236}">
                <a16:creationId xmlns:a16="http://schemas.microsoft.com/office/drawing/2014/main" id="{115FB072-8AE6-4A4D-BA39-B7D2649434E5}"/>
              </a:ext>
            </a:extLst>
          </p:cNvPr>
          <p:cNvSpPr>
            <a:spLocks xmlns:a="http://schemas.openxmlformats.org/drawingml/2006/main" noGrp="1"/>
          </p:cNvSpPr>
          <p:nvPr/>
        </p:nvSpPr>
        <p:spPr>
          <a:xfrm xmlns:a="http://schemas.openxmlformats.org/drawingml/2006/main">
            <a:off x="1047750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LEARN</a:t>
            </a:r>
          </a:p>
        </p:txBody>
      </p:sp>
    </p:spTree>
    <p:extLst>
      <p:ext uri="{BB962C8B-B14F-4D97-AF65-F5344CB8AC3E}">
        <p14:creationId xmlns:p14="http://schemas.microsoft.com/office/powerpoint/2010/main" val="1933231251"/>
      </p:ext>
    </p:extLst>
  </p:cSld>
</p:sld>
</file>

<file path=ppt/slides/slide3.xml><?xml version="1.0" encoding="utf-8"?>
<p:sld xmlns:p="http://schemas.openxmlformats.org/presentationml/2006/main">
  <p:cSld>
    <p:bg>
      <p:bgPr>
        <a:solidFill xmlns:a="http://schemas.openxmlformats.org/drawingml/2006/main">
          <a:srgbClr val="EEF7FD"/>
        </a:solidFill>
      </p:bgPr>
    </p:bg>
    <p:spTree>
      <p:nvGrpSpPr>
        <p:cNvPr id="1" name=""/>
        <p:cNvGrpSpPr/>
        <p:nvPr/>
      </p:nvGrpSpPr>
      <p:grpSpPr>
        <a:xfrm xmlns:a="http://schemas.openxmlformats.org/drawingml/2006/main"/>
      </p:grpSpPr>
      <p:sp>
        <p:nvSpPr>
          <p:cNvPr id="43" name="textbox-89">
            <a:extLst xmlns:a="http://schemas.openxmlformats.org/drawingml/2006/main">
              <a:ext uri="{FF2B5EF4-FFF2-40B4-BE49-F238E27FC236}">
                <a16:creationId xmlns:a16="http://schemas.microsoft.com/office/drawing/2014/main" id="{969F660B-C1B8-44C7-AFC1-7980D1DC25CA}"/>
              </a:ext>
            </a:extLst>
          </p:cNvPr>
          <p:cNvSpPr>
            <a:spLocks xmlns:a="http://schemas.openxmlformats.org/drawingml/2006/main" noGrp="1"/>
          </p:cNvSpPr>
          <p:nvPr/>
        </p:nvSpPr>
        <p:spPr>
          <a:xfrm xmlns:a="http://schemas.openxmlformats.org/drawingml/2006/main">
            <a:off x="609600" y="257175"/>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79C8"/>
                </a:solidFill>
                <a:latin typeface="Segoe UI"/>
                <a:ea typeface="Segoe UI"/>
                <a:cs typeface="Segoe UI"/>
              </a:defRPr>
            </a:pPr>
            <a:r>
              <a:rPr sz="1950" b="1">
                <a:solidFill>
                  <a:srgbClr val="0079C8"/>
                </a:solidFill>
                <a:latin typeface="Segoe UI"/>
                <a:ea typeface="Segoe UI"/>
                <a:cs typeface="Segoe UI"/>
              </a:rPr>
              <a:t>Bupa Compass</a:t>
            </a:r>
          </a:p>
        </p:txBody>
      </p:sp>
      <p:sp>
        <p:nvSpPr>
          <p:cNvPr id="2" name="textbox-90">
            <a:extLst xmlns:a="http://schemas.openxmlformats.org/drawingml/2006/main">
              <a:ext uri="{FF2B5EF4-FFF2-40B4-BE49-F238E27FC236}">
                <a16:creationId xmlns:a16="http://schemas.microsoft.com/office/drawing/2014/main" id="{6F1155B2-0358-4267-83A3-AE6FAAAC4A70}"/>
              </a:ext>
            </a:extLst>
          </p:cNvPr>
          <p:cNvSpPr>
            <a:spLocks xmlns:a="http://schemas.openxmlformats.org/drawingml/2006/main" noGrp="1"/>
          </p:cNvSpPr>
          <p:nvPr/>
        </p:nvSpPr>
        <p:spPr>
          <a:xfrm xmlns:a="http://schemas.openxmlformats.org/drawingml/2006/main">
            <a:off x="8629650" y="35242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26F85"/>
                </a:solidFill>
                <a:latin typeface="Segoe UI"/>
                <a:ea typeface="Segoe UI"/>
                <a:cs typeface="Segoe UI"/>
              </a:defRPr>
            </a:pPr>
            <a:r>
              <a:rPr sz="1050" b="0">
                <a:solidFill>
                  <a:srgbClr val="526F85"/>
                </a:solidFill>
                <a:latin typeface="Segoe UI"/>
                <a:ea typeface="Segoe UI"/>
                <a:cs typeface="Segoe UI"/>
              </a:rPr>
              <a:t>CONCEPT PROPOSAL   /   03</a:t>
            </a:r>
          </a:p>
        </p:txBody>
      </p:sp>
      <p:sp>
        <p:nvSpPr>
          <p:cNvPr id="3" name="textbox-91">
            <a:extLst xmlns:a="http://schemas.openxmlformats.org/drawingml/2006/main">
              <a:ext uri="{FF2B5EF4-FFF2-40B4-BE49-F238E27FC236}">
                <a16:creationId xmlns:a16="http://schemas.microsoft.com/office/drawing/2014/main" id="{91393BB4-DE05-4C60-B141-B7FCFF635FB1}"/>
              </a:ext>
            </a:extLst>
          </p:cNvPr>
          <p:cNvSpPr>
            <a:spLocks xmlns:a="http://schemas.openxmlformats.org/drawingml/2006/main" noGrp="1"/>
          </p:cNvSpPr>
          <p:nvPr/>
        </p:nvSpPr>
        <p:spPr>
          <a:xfrm xmlns:a="http://schemas.openxmlformats.org/drawingml/2006/main">
            <a:off x="609600" y="866775"/>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335B"/>
                </a:solidFill>
                <a:latin typeface="Segoe UI"/>
                <a:ea typeface="Segoe UI"/>
                <a:cs typeface="Segoe UI"/>
              </a:defRPr>
            </a:pPr>
            <a:r>
              <a:rPr sz="3600" b="1">
                <a:solidFill>
                  <a:srgbClr val="00335B"/>
                </a:solidFill>
                <a:latin typeface="Segoe UI"/>
                <a:ea typeface="Segoe UI"/>
                <a:cs typeface="Segoe UI"/>
              </a:rPr>
              <a:t>A health need activates Compass</a:t>
            </a:r>
          </a:p>
        </p:txBody>
      </p:sp>
      <p:sp>
        <p:nvSpPr>
          <p:cNvPr id="4" name="textbox-92">
            <a:extLst xmlns:a="http://schemas.openxmlformats.org/drawingml/2006/main">
              <a:ext uri="{FF2B5EF4-FFF2-40B4-BE49-F238E27FC236}">
                <a16:creationId xmlns:a16="http://schemas.microsoft.com/office/drawing/2014/main" id="{F613F735-FE87-4C9E-A5D9-FA380666E194}"/>
              </a:ext>
            </a:extLst>
          </p:cNvPr>
          <p:cNvSpPr>
            <a:spLocks xmlns:a="http://schemas.openxmlformats.org/drawingml/2006/main" noGrp="1"/>
          </p:cNvSpPr>
          <p:nvPr/>
        </p:nvSpPr>
        <p:spPr>
          <a:xfrm xmlns:a="http://schemas.openxmlformats.org/drawingml/2006/main">
            <a:off x="638175" y="1876425"/>
            <a:ext cx="44386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079C8"/>
                </a:solidFill>
                <a:latin typeface="Segoe UI"/>
                <a:ea typeface="Segoe UI"/>
                <a:cs typeface="Segoe UI"/>
              </a:defRPr>
            </a:pPr>
            <a:r>
              <a:rPr sz="1350" b="1">
                <a:solidFill>
                  <a:srgbClr val="0079C8"/>
                </a:solidFill>
                <a:latin typeface="Segoe UI"/>
                <a:ea typeface="Segoe UI"/>
                <a:cs typeface="Segoe UI"/>
              </a:rPr>
              <a:t>THREE MONTHS LATER</a:t>
            </a:r>
          </a:p>
        </p:txBody>
      </p:sp>
      <p:sp>
        <p:nvSpPr>
          <p:cNvPr id="5" name="textbox-93">
            <a:extLst xmlns:a="http://schemas.openxmlformats.org/drawingml/2006/main">
              <a:ext uri="{FF2B5EF4-FFF2-40B4-BE49-F238E27FC236}">
                <a16:creationId xmlns:a16="http://schemas.microsoft.com/office/drawing/2014/main" id="{E7644D72-451E-4EA9-A90A-F1025C931702}"/>
              </a:ext>
            </a:extLst>
          </p:cNvPr>
          <p:cNvSpPr>
            <a:spLocks xmlns:a="http://schemas.openxmlformats.org/drawingml/2006/main" noGrp="1"/>
          </p:cNvSpPr>
          <p:nvPr/>
        </p:nvSpPr>
        <p:spPr>
          <a:xfrm xmlns:a="http://schemas.openxmlformats.org/drawingml/2006/main">
            <a:off x="609600" y="2362200"/>
            <a:ext cx="5076825"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00335B"/>
                </a:solidFill>
                <a:latin typeface="Segoe UI"/>
                <a:ea typeface="Segoe UI"/>
                <a:cs typeface="Segoe UI"/>
              </a:defRPr>
            </a:pPr>
            <a:r>
              <a:rPr sz="3150" b="1">
                <a:solidFill>
                  <a:srgbClr val="00335B"/>
                </a:solidFill>
                <a:latin typeface="Segoe UI"/>
                <a:ea typeface="Segoe UI"/>
                <a:cs typeface="Segoe UI"/>
              </a:rPr>
              <a:t>“My knee has hurt</a:t>
            </a:r>
          </a:p>
          <a:p xmlns:a="http://schemas.openxmlformats.org/drawingml/2006/main">
            <a:pPr algn="l">
              <a:defRPr sz="3150" b="1">
                <a:solidFill>
                  <a:srgbClr val="00335B"/>
                </a:solidFill>
                <a:latin typeface="Segoe UI"/>
                <a:ea typeface="Segoe UI"/>
                <a:cs typeface="Segoe UI"/>
              </a:defRPr>
            </a:pPr>
            <a:r>
              <a:rPr sz="3150" b="1">
                <a:solidFill>
                  <a:srgbClr val="00335B"/>
                </a:solidFill>
                <a:latin typeface="Segoe UI"/>
                <a:ea typeface="Segoe UI"/>
                <a:cs typeface="Segoe UI"/>
              </a:rPr>
              <a:t>for a week.</a:t>
            </a:r>
          </a:p>
          <a:p xmlns:a="http://schemas.openxmlformats.org/drawingml/2006/main">
            <a:pPr algn="l">
              <a:defRPr sz="3150" b="1">
                <a:solidFill>
                  <a:srgbClr val="00335B"/>
                </a:solidFill>
                <a:latin typeface="Segoe UI"/>
                <a:ea typeface="Segoe UI"/>
                <a:cs typeface="Segoe UI"/>
              </a:defRPr>
            </a:pPr>
            <a:r>
              <a:rPr sz="3150" b="1">
                <a:solidFill>
                  <a:srgbClr val="00335B"/>
                </a:solidFill>
                <a:latin typeface="Segoe UI"/>
                <a:ea typeface="Segoe UI"/>
                <a:cs typeface="Segoe UI"/>
              </a:rPr>
              <a:t>Where do I go?”</a:t>
            </a:r>
          </a:p>
        </p:txBody>
      </p:sp>
      <p:sp>
        <p:nvSpPr>
          <p:cNvPr id="6" name="textbox-94">
            <a:extLst xmlns:a="http://schemas.openxmlformats.org/drawingml/2006/main">
              <a:ext uri="{FF2B5EF4-FFF2-40B4-BE49-F238E27FC236}">
                <a16:creationId xmlns:a16="http://schemas.microsoft.com/office/drawing/2014/main" id="{212C1004-16AD-44F8-A389-E9B32FA5BE24}"/>
              </a:ext>
            </a:extLst>
          </p:cNvPr>
          <p:cNvSpPr>
            <a:spLocks xmlns:a="http://schemas.openxmlformats.org/drawingml/2006/main" noGrp="1"/>
          </p:cNvSpPr>
          <p:nvPr/>
        </p:nvSpPr>
        <p:spPr>
          <a:xfrm xmlns:a="http://schemas.openxmlformats.org/drawingml/2006/main">
            <a:off x="628650" y="4391025"/>
            <a:ext cx="36290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C56"/>
                </a:solidFill>
                <a:latin typeface="Segoe UI"/>
                <a:ea typeface="Segoe UI"/>
                <a:cs typeface="Segoe UI"/>
              </a:defRPr>
            </a:pPr>
            <a:r>
              <a:rPr sz="2025" b="0">
                <a:solidFill>
                  <a:srgbClr val="173C56"/>
                </a:solidFill>
                <a:latin typeface="Segoe UI"/>
                <a:ea typeface="Segoe UI"/>
                <a:cs typeface="Segoe UI"/>
              </a:rPr>
              <a:t>Bianca chooses</a:t>
            </a:r>
          </a:p>
          <a:p xmlns:a="http://schemas.openxmlformats.org/drawingml/2006/main">
            <a:pPr algn="l">
              <a:defRPr sz="2025" b="0">
                <a:solidFill>
                  <a:srgbClr val="173C56"/>
                </a:solidFill>
                <a:latin typeface="Segoe UI"/>
                <a:ea typeface="Segoe UI"/>
                <a:cs typeface="Segoe UI"/>
              </a:defRPr>
            </a:pPr>
            <a:r>
              <a:rPr sz="2025" b="0">
                <a:solidFill>
                  <a:srgbClr val="173C56"/>
                </a:solidFill>
                <a:latin typeface="Segoe UI"/>
                <a:ea typeface="Segoe UI"/>
                <a:cs typeface="Segoe UI"/>
              </a:rPr>
              <a:t>“Pain or injury”.</a:t>
            </a:r>
          </a:p>
        </p:txBody>
      </p:sp>
      <p:sp>
        <p:nvSpPr>
          <p:cNvPr id="7" name="roundRect-95">
            <a:extLst xmlns:a="http://schemas.openxmlformats.org/drawingml/2006/main">
              <a:ext uri="{FF2B5EF4-FFF2-40B4-BE49-F238E27FC236}">
                <a16:creationId xmlns:a16="http://schemas.microsoft.com/office/drawing/2014/main" id="{18E6CEF9-833E-40E7-9ADC-20EE52A69078}"/>
              </a:ext>
            </a:extLst>
          </p:cNvPr>
          <p:cNvSpPr>
            <a:spLocks xmlns:a="http://schemas.openxmlformats.org/drawingml/2006/main" noGrp="1"/>
          </p:cNvSpPr>
          <p:nvPr/>
        </p:nvSpPr>
        <p:spPr>
          <a:xfrm xmlns:a="http://schemas.openxmlformats.org/drawingml/2006/main">
            <a:off x="5753100" y="1781175"/>
            <a:ext cx="5810250" cy="39433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0">
            <a:noFill/>
            <a:prstDash val="solid"/>
          </a:ln>
        </p:spPr>
      </p:sp>
      <p:sp>
        <p:nvSpPr>
          <p:cNvPr id="8" name="textbox-96">
            <a:extLst xmlns:a="http://schemas.openxmlformats.org/drawingml/2006/main">
              <a:ext uri="{FF2B5EF4-FFF2-40B4-BE49-F238E27FC236}">
                <a16:creationId xmlns:a16="http://schemas.microsoft.com/office/drawing/2014/main" id="{96E6BBBA-C554-4722-9C39-094D4344F8C8}"/>
              </a:ext>
            </a:extLst>
          </p:cNvPr>
          <p:cNvSpPr>
            <a:spLocks xmlns:a="http://schemas.openxmlformats.org/drawingml/2006/main" noGrp="1"/>
          </p:cNvSpPr>
          <p:nvPr/>
        </p:nvSpPr>
        <p:spPr>
          <a:xfrm xmlns:a="http://schemas.openxmlformats.org/drawingml/2006/main">
            <a:off x="6057900" y="2000250"/>
            <a:ext cx="5162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335B"/>
                </a:solidFill>
                <a:latin typeface="Segoe UI"/>
                <a:ea typeface="Segoe UI"/>
                <a:cs typeface="Segoe UI"/>
              </a:defRPr>
            </a:pPr>
            <a:r>
              <a:rPr sz="2175" b="1">
                <a:solidFill>
                  <a:srgbClr val="00335B"/>
                </a:solidFill>
                <a:latin typeface="Segoe UI"/>
                <a:ea typeface="Segoe UI"/>
                <a:cs typeface="Segoe UI"/>
              </a:rPr>
              <a:t>A useful starting point</a:t>
            </a:r>
          </a:p>
        </p:txBody>
      </p:sp>
      <p:sp>
        <p:nvSpPr>
          <p:cNvPr id="9" name="textbox-97">
            <a:extLst xmlns:a="http://schemas.openxmlformats.org/drawingml/2006/main">
              <a:ext uri="{FF2B5EF4-FFF2-40B4-BE49-F238E27FC236}">
                <a16:creationId xmlns:a16="http://schemas.microsoft.com/office/drawing/2014/main" id="{DA56D0AF-6B07-4AD8-B416-7360B37FF8DC}"/>
              </a:ext>
            </a:extLst>
          </p:cNvPr>
          <p:cNvSpPr>
            <a:spLocks xmlns:a="http://schemas.openxmlformats.org/drawingml/2006/main" noGrp="1"/>
          </p:cNvSpPr>
          <p:nvPr/>
        </p:nvSpPr>
        <p:spPr>
          <a:xfrm xmlns:a="http://schemas.openxmlformats.org/drawingml/2006/main">
            <a:off x="6057900" y="2476500"/>
            <a:ext cx="49720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C56"/>
                </a:solidFill>
                <a:latin typeface="Segoe UI"/>
                <a:ea typeface="Segoe UI"/>
                <a:cs typeface="Segoe UI"/>
              </a:defRPr>
            </a:pPr>
            <a:r>
              <a:rPr sz="2025" b="0">
                <a:solidFill>
                  <a:srgbClr val="173C56"/>
                </a:solidFill>
                <a:latin typeface="Segoe UI"/>
                <a:ea typeface="Segoe UI"/>
                <a:cs typeface="Segoe UI"/>
              </a:rPr>
              <a:t>Relevant care pathways</a:t>
            </a:r>
          </a:p>
          <a:p xmlns:a="http://schemas.openxmlformats.org/drawingml/2006/main">
            <a:pPr algn="l">
              <a:defRPr sz="2025" b="0">
                <a:solidFill>
                  <a:srgbClr val="173C56"/>
                </a:solidFill>
                <a:latin typeface="Segoe UI"/>
                <a:ea typeface="Segoe UI"/>
                <a:cs typeface="Segoe UI"/>
              </a:defRPr>
            </a:pPr>
            <a:r>
              <a:rPr sz="2025" b="0">
                <a:solidFill>
                  <a:srgbClr val="173C56"/>
                </a:solidFill>
                <a:latin typeface="Segoe UI"/>
                <a:ea typeface="Segoe UI"/>
                <a:cs typeface="Segoe UI"/>
              </a:rPr>
              <a:t>using her OSHC cover</a:t>
            </a:r>
          </a:p>
        </p:txBody>
      </p:sp>
      <p:sp>
        <p:nvSpPr>
          <p:cNvPr id="10" name="line-98">
            <a:extLst xmlns:a="http://schemas.openxmlformats.org/drawingml/2006/main">
              <a:ext uri="{FF2B5EF4-FFF2-40B4-BE49-F238E27FC236}">
                <a16:creationId xmlns:a16="http://schemas.microsoft.com/office/drawing/2014/main" id="{500BFFC2-A217-4EE1-9817-9AED9ABA93C5}"/>
              </a:ext>
            </a:extLst>
          </p:cNvPr>
          <p:cNvSpPr>
            <a:spLocks xmlns:a="http://schemas.openxmlformats.org/drawingml/2006/main" noGrp="1"/>
          </p:cNvSpPr>
          <p:nvPr/>
        </p:nvSpPr>
        <p:spPr>
          <a:xfrm xmlns:a="http://schemas.openxmlformats.org/drawingml/2006/main">
            <a:off x="6057900" y="3324225"/>
            <a:ext cx="5162550" cy="0"/>
          </a:xfrm>
          <a:prstGeom xmlns:a="http://schemas.openxmlformats.org/drawingml/2006/main" prst="line">
            <a:avLst/>
          </a:prstGeom>
          <a:noFill xmlns:a="http://schemas.openxmlformats.org/drawingml/2006/main"/>
          <a:ln xmlns:a="http://schemas.openxmlformats.org/drawingml/2006/main" w="14288">
            <a:solidFill>
              <a:srgbClr val="CDE5F5"/>
            </a:solidFill>
            <a:prstDash val="solid"/>
          </a:ln>
        </p:spPr>
      </p:sp>
      <p:sp>
        <p:nvSpPr>
          <p:cNvPr id="11" name="textbox-99">
            <a:extLst xmlns:a="http://schemas.openxmlformats.org/drawingml/2006/main">
              <a:ext uri="{FF2B5EF4-FFF2-40B4-BE49-F238E27FC236}">
                <a16:creationId xmlns:a16="http://schemas.microsoft.com/office/drawing/2014/main" id="{9F07E3E4-EF5D-44C8-A9D7-94ABC4799016}"/>
              </a:ext>
            </a:extLst>
          </p:cNvPr>
          <p:cNvSpPr>
            <a:spLocks xmlns:a="http://schemas.openxmlformats.org/drawingml/2006/main" noGrp="1"/>
          </p:cNvSpPr>
          <p:nvPr/>
        </p:nvSpPr>
        <p:spPr>
          <a:xfrm xmlns:a="http://schemas.openxmlformats.org/drawingml/2006/main">
            <a:off x="6057900" y="3514725"/>
            <a:ext cx="5162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79C8"/>
                </a:solidFill>
                <a:latin typeface="Segoe UI"/>
                <a:ea typeface="Segoe UI"/>
                <a:cs typeface="Segoe UI"/>
              </a:defRPr>
            </a:pPr>
            <a:r>
              <a:rPr sz="2025" b="1">
                <a:solidFill>
                  <a:srgbClr val="0079C8"/>
                </a:solidFill>
                <a:latin typeface="Segoe UI"/>
                <a:ea typeface="Segoe UI"/>
                <a:cs typeface="Segoe UI"/>
              </a:rPr>
              <a:t>Preferences can improve the fit</a:t>
            </a:r>
          </a:p>
        </p:txBody>
      </p:sp>
      <p:sp>
        <p:nvSpPr>
          <p:cNvPr id="12" name="textbox-100">
            <a:extLst xmlns:a="http://schemas.openxmlformats.org/drawingml/2006/main">
              <a:ext uri="{FF2B5EF4-FFF2-40B4-BE49-F238E27FC236}">
                <a16:creationId xmlns:a16="http://schemas.microsoft.com/office/drawing/2014/main" id="{E46886D4-0219-4E56-829D-7D69B79BC1E7}"/>
              </a:ext>
            </a:extLst>
          </p:cNvPr>
          <p:cNvSpPr>
            <a:spLocks xmlns:a="http://schemas.openxmlformats.org/drawingml/2006/main" noGrp="1"/>
          </p:cNvSpPr>
          <p:nvPr/>
        </p:nvSpPr>
        <p:spPr>
          <a:xfrm xmlns:a="http://schemas.openxmlformats.org/drawingml/2006/main">
            <a:off x="6057900" y="3962400"/>
            <a:ext cx="52197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C56"/>
                </a:solidFill>
                <a:latin typeface="Segoe UI"/>
                <a:ea typeface="Segoe UI"/>
                <a:cs typeface="Segoe UI"/>
              </a:defRPr>
            </a:pPr>
            <a:r>
              <a:rPr sz="1800" b="0">
                <a:solidFill>
                  <a:srgbClr val="173C56"/>
                </a:solidFill>
                <a:latin typeface="Segoe UI"/>
                <a:ea typeface="Segoe UI"/>
                <a:cs typeface="Segoe UI"/>
              </a:rPr>
              <a:t>After 5 PM     Within 5 km</a:t>
            </a:r>
          </a:p>
          <a:p xmlns:a="http://schemas.openxmlformats.org/drawingml/2006/main">
            <a:pPr algn="l">
              <a:defRPr sz="1800" b="0">
                <a:solidFill>
                  <a:srgbClr val="173C56"/>
                </a:solidFill>
                <a:latin typeface="Segoe UI"/>
                <a:ea typeface="Segoe UI"/>
                <a:cs typeface="Segoe UI"/>
              </a:defRPr>
            </a:pPr>
            <a:r>
              <a:rPr sz="1800" b="0">
                <a:solidFill>
                  <a:srgbClr val="173C56"/>
                </a:solidFill>
                <a:latin typeface="Segoe UI"/>
                <a:ea typeface="Segoe UI"/>
                <a:cs typeface="Segoe UI"/>
              </a:rPr>
              <a:t>Lower upfront cost</a:t>
            </a:r>
          </a:p>
        </p:txBody>
      </p:sp>
      <p:sp>
        <p:nvSpPr>
          <p:cNvPr id="13" name="roundRect-101">
            <a:extLst xmlns:a="http://schemas.openxmlformats.org/drawingml/2006/main">
              <a:ext uri="{FF2B5EF4-FFF2-40B4-BE49-F238E27FC236}">
                <a16:creationId xmlns:a16="http://schemas.microsoft.com/office/drawing/2014/main" id="{A4F4F50F-1799-4448-BCCF-AEC714FED351}"/>
              </a:ext>
            </a:extLst>
          </p:cNvPr>
          <p:cNvSpPr>
            <a:spLocks xmlns:a="http://schemas.openxmlformats.org/drawingml/2006/main" noGrp="1"/>
          </p:cNvSpPr>
          <p:nvPr/>
        </p:nvSpPr>
        <p:spPr>
          <a:xfrm xmlns:a="http://schemas.openxmlformats.org/drawingml/2006/main">
            <a:off x="6048375" y="4829175"/>
            <a:ext cx="3419475" cy="466725"/>
          </a:xfrm>
          <a:prstGeom xmlns:a="http://schemas.openxmlformats.org/drawingml/2006/main" prst="roundRect">
            <a:avLst>
              <a:gd name="adj" fmla="val 22449"/>
            </a:avLst>
          </a:prstGeom>
          <a:solidFill xmlns:a="http://schemas.openxmlformats.org/drawingml/2006/main">
            <a:srgbClr val="0079C8"/>
          </a:solidFill>
          <a:ln xmlns:a="http://schemas.openxmlformats.org/drawingml/2006/main" w="0">
            <a:noFill/>
            <a:prstDash val="solid"/>
          </a:ln>
        </p:spPr>
      </p:sp>
      <p:sp>
        <p:nvSpPr>
          <p:cNvPr id="14" name="textbox-102">
            <a:extLst xmlns:a="http://schemas.openxmlformats.org/drawingml/2006/main">
              <a:ext uri="{FF2B5EF4-FFF2-40B4-BE49-F238E27FC236}">
                <a16:creationId xmlns:a16="http://schemas.microsoft.com/office/drawing/2014/main" id="{D2ED6429-1773-4A0E-9A8F-6E7C1917591F}"/>
              </a:ext>
            </a:extLst>
          </p:cNvPr>
          <p:cNvSpPr>
            <a:spLocks xmlns:a="http://schemas.openxmlformats.org/drawingml/2006/main" noGrp="1"/>
          </p:cNvSpPr>
          <p:nvPr/>
        </p:nvSpPr>
        <p:spPr>
          <a:xfrm xmlns:a="http://schemas.openxmlformats.org/drawingml/2006/main">
            <a:off x="6153150" y="4924425"/>
            <a:ext cx="32289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Review and renew preferences</a:t>
            </a:r>
          </a:p>
        </p:txBody>
      </p:sp>
      <p:sp>
        <p:nvSpPr>
          <p:cNvPr id="15" name="textbox-103">
            <a:extLst xmlns:a="http://schemas.openxmlformats.org/drawingml/2006/main">
              <a:ext uri="{FF2B5EF4-FFF2-40B4-BE49-F238E27FC236}">
                <a16:creationId xmlns:a16="http://schemas.microsoft.com/office/drawing/2014/main" id="{FAFA8817-799F-488F-867F-27CD0FC011A2}"/>
              </a:ext>
            </a:extLst>
          </p:cNvPr>
          <p:cNvSpPr>
            <a:spLocks xmlns:a="http://schemas.openxmlformats.org/drawingml/2006/main" noGrp="1"/>
          </p:cNvSpPr>
          <p:nvPr/>
        </p:nvSpPr>
        <p:spPr>
          <a:xfrm xmlns:a="http://schemas.openxmlformats.org/drawingml/2006/main">
            <a:off x="9886950" y="4933950"/>
            <a:ext cx="1028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526F85"/>
                </a:solidFill>
                <a:latin typeface="Segoe UI"/>
                <a:ea typeface="Segoe UI"/>
                <a:cs typeface="Segoe UI"/>
              </a:defRPr>
            </a:pPr>
            <a:r>
              <a:rPr sz="1650" b="0">
                <a:solidFill>
                  <a:srgbClr val="526F85"/>
                </a:solidFill>
                <a:latin typeface="Segoe UI"/>
                <a:ea typeface="Segoe UI"/>
                <a:cs typeface="Segoe UI"/>
              </a:rPr>
              <a:t>Skip</a:t>
            </a:r>
          </a:p>
        </p:txBody>
      </p:sp>
      <p:sp>
        <p:nvSpPr>
          <p:cNvPr id="16" name="textbox-104">
            <a:extLst xmlns:a="http://schemas.openxmlformats.org/drawingml/2006/main">
              <a:ext uri="{FF2B5EF4-FFF2-40B4-BE49-F238E27FC236}">
                <a16:creationId xmlns:a16="http://schemas.microsoft.com/office/drawing/2014/main" id="{1FADB839-6E2E-4C95-A8F2-5F3F69F78E8E}"/>
              </a:ext>
            </a:extLst>
          </p:cNvPr>
          <p:cNvSpPr>
            <a:spLocks xmlns:a="http://schemas.openxmlformats.org/drawingml/2006/main" noGrp="1"/>
          </p:cNvSpPr>
          <p:nvPr/>
        </p:nvSpPr>
        <p:spPr>
          <a:xfrm xmlns:a="http://schemas.openxmlformats.org/drawingml/2006/main">
            <a:off x="6057900" y="5438775"/>
            <a:ext cx="5181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F85"/>
                </a:solidFill>
                <a:latin typeface="Segoe UI"/>
                <a:ea typeface="Segoe UI"/>
                <a:cs typeface="Segoe UI"/>
              </a:defRPr>
            </a:pPr>
            <a:r>
              <a:rPr sz="1275" b="0">
                <a:solidFill>
                  <a:srgbClr val="526F85"/>
                </a:solidFill>
                <a:latin typeface="Segoe UI"/>
                <a:ea typeface="Segoe UI"/>
                <a:cs typeface="Segoe UI"/>
              </a:rPr>
              <a:t>Permission can expire. Bianca chooses again.</a:t>
            </a:r>
          </a:p>
        </p:txBody>
      </p:sp>
      <p:sp>
        <p:nvSpPr>
          <p:cNvPr id="17" name="textbox-105">
            <a:extLst xmlns:a="http://schemas.openxmlformats.org/drawingml/2006/main">
              <a:ext uri="{FF2B5EF4-FFF2-40B4-BE49-F238E27FC236}">
                <a16:creationId xmlns:a16="http://schemas.microsoft.com/office/drawing/2014/main" id="{F04BEE33-C5A0-450B-A1A2-4F2F22870536}"/>
              </a:ext>
            </a:extLst>
          </p:cNvPr>
          <p:cNvSpPr>
            <a:spLocks xmlns:a="http://schemas.openxmlformats.org/drawingml/2006/main" noGrp="1"/>
          </p:cNvSpPr>
          <p:nvPr/>
        </p:nvSpPr>
        <p:spPr>
          <a:xfrm xmlns:a="http://schemas.openxmlformats.org/drawingml/2006/main">
            <a:off x="628650" y="5581650"/>
            <a:ext cx="4714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F85"/>
                </a:solidFill>
                <a:latin typeface="Segoe UI"/>
                <a:ea typeface="Segoe UI"/>
                <a:cs typeface="Segoe UI"/>
              </a:defRPr>
            </a:pPr>
            <a:r>
              <a:rPr sz="1275" b="0">
                <a:solidFill>
                  <a:srgbClr val="526F85"/>
                </a:solidFill>
                <a:latin typeface="Segoe UI"/>
                <a:ea typeface="Segoe UI"/>
                <a:cs typeface="Segoe UI"/>
              </a:rPr>
              <a:t>Urgent or emergency concerns need an appropriate safety route.</a:t>
            </a:r>
          </a:p>
        </p:txBody>
      </p:sp>
      <p:sp>
        <p:nvSpPr>
          <p:cNvPr id="18" name="rect-106">
            <a:extLst xmlns:a="http://schemas.openxmlformats.org/drawingml/2006/main">
              <a:ext uri="{FF2B5EF4-FFF2-40B4-BE49-F238E27FC236}">
                <a16:creationId xmlns:a16="http://schemas.microsoft.com/office/drawing/2014/main" id="{9F4076AD-188B-4C57-91C2-D735BF63E019}"/>
              </a:ext>
            </a:extLst>
          </p:cNvPr>
          <p:cNvSpPr>
            <a:spLocks xmlns:a="http://schemas.openxmlformats.org/drawingml/2006/main" noGrp="1"/>
          </p:cNvSpPr>
          <p:nvPr/>
        </p:nvSpPr>
        <p:spPr>
          <a:xfrm xmlns:a="http://schemas.openxmlformats.org/drawingml/2006/main">
            <a:off x="0" y="6096000"/>
            <a:ext cx="12192000" cy="762000"/>
          </a:xfrm>
          <a:prstGeom xmlns:a="http://schemas.openxmlformats.org/drawingml/2006/main" prst="rect">
            <a:avLst/>
          </a:prstGeom>
          <a:solidFill xmlns:a="http://schemas.openxmlformats.org/drawingml/2006/main">
            <a:srgbClr val="EEF7FD"/>
          </a:solidFill>
          <a:ln xmlns:a="http://schemas.openxmlformats.org/drawingml/2006/main" w="0">
            <a:noFill/>
            <a:prstDash val="solid"/>
          </a:ln>
        </p:spPr>
      </p:sp>
      <p:sp>
        <p:nvSpPr>
          <p:cNvPr id="19" name="line-107">
            <a:extLst xmlns:a="http://schemas.openxmlformats.org/drawingml/2006/main">
              <a:ext uri="{FF2B5EF4-FFF2-40B4-BE49-F238E27FC236}">
                <a16:creationId xmlns:a16="http://schemas.microsoft.com/office/drawing/2014/main" id="{CA0AFFCD-41EB-41BF-9D4A-474EF1380B6E}"/>
              </a:ext>
            </a:extLst>
          </p:cNvPr>
          <p:cNvSpPr>
            <a:spLocks xmlns:a="http://schemas.openxmlformats.org/drawingml/2006/main" noGrp="1"/>
          </p:cNvSpPr>
          <p:nvPr/>
        </p:nvSpPr>
        <p:spPr>
          <a:xfrm xmlns:a="http://schemas.openxmlformats.org/drawingml/2006/main">
            <a:off x="1028700" y="6315075"/>
            <a:ext cx="1685925" cy="0"/>
          </a:xfrm>
          <a:prstGeom xmlns:a="http://schemas.openxmlformats.org/drawingml/2006/main" prst="line">
            <a:avLst/>
          </a:prstGeom>
          <a:noFill xmlns:a="http://schemas.openxmlformats.org/drawingml/2006/main"/>
          <a:ln xmlns:a="http://schemas.openxmlformats.org/drawingml/2006/main" w="19050">
            <a:solidFill>
              <a:srgbClr val="0079C8"/>
            </a:solidFill>
            <a:prstDash val="solid"/>
          </a:ln>
        </p:spPr>
      </p:sp>
      <p:sp>
        <p:nvSpPr>
          <p:cNvPr id="20" name="line-108">
            <a:extLst xmlns:a="http://schemas.openxmlformats.org/drawingml/2006/main">
              <a:ext uri="{FF2B5EF4-FFF2-40B4-BE49-F238E27FC236}">
                <a16:creationId xmlns:a16="http://schemas.microsoft.com/office/drawing/2014/main" id="{8CEFA96A-C5EF-4259-BA7F-92915983CB6E}"/>
              </a:ext>
            </a:extLst>
          </p:cNvPr>
          <p:cNvSpPr>
            <a:spLocks xmlns:a="http://schemas.openxmlformats.org/drawingml/2006/main" noGrp="1"/>
          </p:cNvSpPr>
          <p:nvPr/>
        </p:nvSpPr>
        <p:spPr>
          <a:xfrm xmlns:a="http://schemas.openxmlformats.org/drawingml/2006/main">
            <a:off x="2714625" y="6315075"/>
            <a:ext cx="1685925" cy="0"/>
          </a:xfrm>
          <a:prstGeom xmlns:a="http://schemas.openxmlformats.org/drawingml/2006/main" prst="line">
            <a:avLst/>
          </a:prstGeom>
          <a:noFill xmlns:a="http://schemas.openxmlformats.org/drawingml/2006/main"/>
          <a:ln xmlns:a="http://schemas.openxmlformats.org/drawingml/2006/main" w="19050">
            <a:solidFill>
              <a:srgbClr val="0079C8"/>
            </a:solidFill>
            <a:prstDash val="solid"/>
          </a:ln>
        </p:spPr>
      </p:sp>
      <p:sp>
        <p:nvSpPr>
          <p:cNvPr id="21" name="line-109">
            <a:extLst xmlns:a="http://schemas.openxmlformats.org/drawingml/2006/main">
              <a:ext uri="{FF2B5EF4-FFF2-40B4-BE49-F238E27FC236}">
                <a16:creationId xmlns:a16="http://schemas.microsoft.com/office/drawing/2014/main" id="{0AC6AC2B-1481-47CC-BAC4-FFE6E245E96F}"/>
              </a:ext>
            </a:extLst>
          </p:cNvPr>
          <p:cNvSpPr>
            <a:spLocks xmlns:a="http://schemas.openxmlformats.org/drawingml/2006/main" noGrp="1"/>
          </p:cNvSpPr>
          <p:nvPr/>
        </p:nvSpPr>
        <p:spPr>
          <a:xfrm xmlns:a="http://schemas.openxmlformats.org/drawingml/2006/main">
            <a:off x="4400550" y="6315075"/>
            <a:ext cx="1685925" cy="0"/>
          </a:xfrm>
          <a:prstGeom xmlns:a="http://schemas.openxmlformats.org/drawingml/2006/main" prst="line">
            <a:avLst/>
          </a:prstGeom>
          <a:noFill xmlns:a="http://schemas.openxmlformats.org/drawingml/2006/main"/>
          <a:ln xmlns:a="http://schemas.openxmlformats.org/drawingml/2006/main" w="19050">
            <a:solidFill>
              <a:srgbClr val="CDE5F5"/>
            </a:solidFill>
            <a:prstDash val="solid"/>
          </a:ln>
        </p:spPr>
      </p:sp>
      <p:sp>
        <p:nvSpPr>
          <p:cNvPr id="22" name="line-110">
            <a:extLst xmlns:a="http://schemas.openxmlformats.org/drawingml/2006/main">
              <a:ext uri="{FF2B5EF4-FFF2-40B4-BE49-F238E27FC236}">
                <a16:creationId xmlns:a16="http://schemas.microsoft.com/office/drawing/2014/main" id="{11481EAE-B864-4EC8-B168-D67CD92FED9F}"/>
              </a:ext>
            </a:extLst>
          </p:cNvPr>
          <p:cNvSpPr>
            <a:spLocks xmlns:a="http://schemas.openxmlformats.org/drawingml/2006/main" noGrp="1"/>
          </p:cNvSpPr>
          <p:nvPr/>
        </p:nvSpPr>
        <p:spPr>
          <a:xfrm xmlns:a="http://schemas.openxmlformats.org/drawingml/2006/main">
            <a:off x="6086475" y="6315075"/>
            <a:ext cx="1685925" cy="0"/>
          </a:xfrm>
          <a:prstGeom xmlns:a="http://schemas.openxmlformats.org/drawingml/2006/main" prst="line">
            <a:avLst/>
          </a:prstGeom>
          <a:noFill xmlns:a="http://schemas.openxmlformats.org/drawingml/2006/main"/>
          <a:ln xmlns:a="http://schemas.openxmlformats.org/drawingml/2006/main" w="19050">
            <a:solidFill>
              <a:srgbClr val="CDE5F5"/>
            </a:solidFill>
            <a:prstDash val="solid"/>
          </a:ln>
        </p:spPr>
      </p:sp>
      <p:sp>
        <p:nvSpPr>
          <p:cNvPr id="23" name="line-111">
            <a:extLst xmlns:a="http://schemas.openxmlformats.org/drawingml/2006/main">
              <a:ext uri="{FF2B5EF4-FFF2-40B4-BE49-F238E27FC236}">
                <a16:creationId xmlns:a16="http://schemas.microsoft.com/office/drawing/2014/main" id="{84359AED-B28F-4B41-BFB0-4EE2D6FC6FC9}"/>
              </a:ext>
            </a:extLst>
          </p:cNvPr>
          <p:cNvSpPr>
            <a:spLocks xmlns:a="http://schemas.openxmlformats.org/drawingml/2006/main" noGrp="1"/>
          </p:cNvSpPr>
          <p:nvPr/>
        </p:nvSpPr>
        <p:spPr>
          <a:xfrm xmlns:a="http://schemas.openxmlformats.org/drawingml/2006/main">
            <a:off x="7772400" y="6315075"/>
            <a:ext cx="1685925" cy="0"/>
          </a:xfrm>
          <a:prstGeom xmlns:a="http://schemas.openxmlformats.org/drawingml/2006/main" prst="line">
            <a:avLst/>
          </a:prstGeom>
          <a:noFill xmlns:a="http://schemas.openxmlformats.org/drawingml/2006/main"/>
          <a:ln xmlns:a="http://schemas.openxmlformats.org/drawingml/2006/main" w="19050">
            <a:solidFill>
              <a:srgbClr val="CDE5F5"/>
            </a:solidFill>
            <a:prstDash val="solid"/>
          </a:ln>
        </p:spPr>
      </p:sp>
      <p:sp>
        <p:nvSpPr>
          <p:cNvPr id="24" name="line-112">
            <a:extLst xmlns:a="http://schemas.openxmlformats.org/drawingml/2006/main">
              <a:ext uri="{FF2B5EF4-FFF2-40B4-BE49-F238E27FC236}">
                <a16:creationId xmlns:a16="http://schemas.microsoft.com/office/drawing/2014/main" id="{E47A4886-845C-49DB-8608-2A4B6D41C172}"/>
              </a:ext>
            </a:extLst>
          </p:cNvPr>
          <p:cNvSpPr>
            <a:spLocks xmlns:a="http://schemas.openxmlformats.org/drawingml/2006/main" noGrp="1"/>
          </p:cNvSpPr>
          <p:nvPr/>
        </p:nvSpPr>
        <p:spPr>
          <a:xfrm xmlns:a="http://schemas.openxmlformats.org/drawingml/2006/main">
            <a:off x="9458325" y="6315075"/>
            <a:ext cx="1685925" cy="0"/>
          </a:xfrm>
          <a:prstGeom xmlns:a="http://schemas.openxmlformats.org/drawingml/2006/main" prst="line">
            <a:avLst/>
          </a:prstGeom>
          <a:noFill xmlns:a="http://schemas.openxmlformats.org/drawingml/2006/main"/>
          <a:ln xmlns:a="http://schemas.openxmlformats.org/drawingml/2006/main" w="19050">
            <a:solidFill>
              <a:srgbClr val="CDE5F5"/>
            </a:solidFill>
            <a:prstDash val="solid"/>
          </a:ln>
        </p:spPr>
      </p:sp>
      <p:sp>
        <p:nvSpPr>
          <p:cNvPr id="25" name="ellipse-113">
            <a:extLst xmlns:a="http://schemas.openxmlformats.org/drawingml/2006/main">
              <a:ext uri="{FF2B5EF4-FFF2-40B4-BE49-F238E27FC236}">
                <a16:creationId xmlns:a16="http://schemas.microsoft.com/office/drawing/2014/main" id="{77421C97-6E7C-4B3A-AC33-7FAE9E0D7799}"/>
              </a:ext>
            </a:extLst>
          </p:cNvPr>
          <p:cNvSpPr>
            <a:spLocks xmlns:a="http://schemas.openxmlformats.org/drawingml/2006/main" noGrp="1"/>
          </p:cNvSpPr>
          <p:nvPr/>
        </p:nvSpPr>
        <p:spPr>
          <a:xfrm xmlns:a="http://schemas.openxmlformats.org/drawingml/2006/main">
            <a:off x="962025" y="6248400"/>
            <a:ext cx="133350" cy="133350"/>
          </a:xfrm>
          <a:prstGeom xmlns:a="http://schemas.openxmlformats.org/drawingml/2006/main" prst="ellipse">
            <a:avLst/>
          </a:prstGeom>
          <a:solidFill xmlns:a="http://schemas.openxmlformats.org/drawingml/2006/main">
            <a:srgbClr val="0079C8"/>
          </a:solidFill>
          <a:ln xmlns:a="http://schemas.openxmlformats.org/drawingml/2006/main" w="14288">
            <a:solidFill>
              <a:srgbClr val="CDE5F5"/>
            </a:solidFill>
            <a:prstDash val="solid"/>
          </a:ln>
        </p:spPr>
      </p:sp>
      <p:sp>
        <p:nvSpPr>
          <p:cNvPr id="26" name="textbox-114">
            <a:extLst xmlns:a="http://schemas.openxmlformats.org/drawingml/2006/main">
              <a:ext uri="{FF2B5EF4-FFF2-40B4-BE49-F238E27FC236}">
                <a16:creationId xmlns:a16="http://schemas.microsoft.com/office/drawing/2014/main" id="{9AEECF76-7F07-4C57-BB95-C3E392C6A4E4}"/>
              </a:ext>
            </a:extLst>
          </p:cNvPr>
          <p:cNvSpPr>
            <a:spLocks xmlns:a="http://schemas.openxmlformats.org/drawingml/2006/main" noGrp="1"/>
          </p:cNvSpPr>
          <p:nvPr/>
        </p:nvSpPr>
        <p:spPr>
          <a:xfrm xmlns:a="http://schemas.openxmlformats.org/drawingml/2006/main">
            <a:off x="942975" y="62007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Segoe UI"/>
                <a:ea typeface="Segoe UI"/>
                <a:cs typeface="Segoe UI"/>
              </a:defRPr>
            </a:pPr>
            <a:r>
              <a:rPr sz="1125" b="1">
                <a:solidFill>
                  <a:srgbClr val="FFFFFF"/>
                </a:solidFill>
                <a:latin typeface="Segoe UI"/>
                <a:ea typeface="Segoe UI"/>
                <a:cs typeface="Segoe UI"/>
              </a:rPr>
              <a:t>✓</a:t>
            </a:r>
          </a:p>
        </p:txBody>
      </p:sp>
      <p:sp>
        <p:nvSpPr>
          <p:cNvPr id="27" name="textbox-115">
            <a:extLst xmlns:a="http://schemas.openxmlformats.org/drawingml/2006/main">
              <a:ext uri="{FF2B5EF4-FFF2-40B4-BE49-F238E27FC236}">
                <a16:creationId xmlns:a16="http://schemas.microsoft.com/office/drawing/2014/main" id="{20C8AA50-E118-49A2-9A29-AF1074012306}"/>
              </a:ext>
            </a:extLst>
          </p:cNvPr>
          <p:cNvSpPr>
            <a:spLocks xmlns:a="http://schemas.openxmlformats.org/drawingml/2006/main" noGrp="1"/>
          </p:cNvSpPr>
          <p:nvPr/>
        </p:nvSpPr>
        <p:spPr>
          <a:xfrm xmlns:a="http://schemas.openxmlformats.org/drawingml/2006/main">
            <a:off x="36195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ARRIVE</a:t>
            </a:r>
          </a:p>
        </p:txBody>
      </p:sp>
      <p:sp>
        <p:nvSpPr>
          <p:cNvPr id="28" name="ellipse-116">
            <a:extLst xmlns:a="http://schemas.openxmlformats.org/drawingml/2006/main">
              <a:ext uri="{FF2B5EF4-FFF2-40B4-BE49-F238E27FC236}">
                <a16:creationId xmlns:a16="http://schemas.microsoft.com/office/drawing/2014/main" id="{E3AB2426-C33A-4ABF-9B12-82F23E401B46}"/>
              </a:ext>
            </a:extLst>
          </p:cNvPr>
          <p:cNvSpPr>
            <a:spLocks xmlns:a="http://schemas.openxmlformats.org/drawingml/2006/main" noGrp="1"/>
          </p:cNvSpPr>
          <p:nvPr/>
        </p:nvSpPr>
        <p:spPr>
          <a:xfrm xmlns:a="http://schemas.openxmlformats.org/drawingml/2006/main">
            <a:off x="2647950" y="6248400"/>
            <a:ext cx="133350" cy="133350"/>
          </a:xfrm>
          <a:prstGeom xmlns:a="http://schemas.openxmlformats.org/drawingml/2006/main" prst="ellipse">
            <a:avLst/>
          </a:prstGeom>
          <a:solidFill xmlns:a="http://schemas.openxmlformats.org/drawingml/2006/main">
            <a:srgbClr val="0079C8"/>
          </a:solidFill>
          <a:ln xmlns:a="http://schemas.openxmlformats.org/drawingml/2006/main" w="14288">
            <a:solidFill>
              <a:srgbClr val="CDE5F5"/>
            </a:solidFill>
            <a:prstDash val="solid"/>
          </a:ln>
        </p:spPr>
      </p:sp>
      <p:sp>
        <p:nvSpPr>
          <p:cNvPr id="29" name="textbox-117">
            <a:extLst xmlns:a="http://schemas.openxmlformats.org/drawingml/2006/main">
              <a:ext uri="{FF2B5EF4-FFF2-40B4-BE49-F238E27FC236}">
                <a16:creationId xmlns:a16="http://schemas.microsoft.com/office/drawing/2014/main" id="{19DE0529-4476-434C-A47C-1C45B87FBEC2}"/>
              </a:ext>
            </a:extLst>
          </p:cNvPr>
          <p:cNvSpPr>
            <a:spLocks xmlns:a="http://schemas.openxmlformats.org/drawingml/2006/main" noGrp="1"/>
          </p:cNvSpPr>
          <p:nvPr/>
        </p:nvSpPr>
        <p:spPr>
          <a:xfrm xmlns:a="http://schemas.openxmlformats.org/drawingml/2006/main">
            <a:off x="2628900" y="62007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Segoe UI"/>
                <a:ea typeface="Segoe UI"/>
                <a:cs typeface="Segoe UI"/>
              </a:defRPr>
            </a:pPr>
            <a:r>
              <a:rPr sz="1125" b="1">
                <a:solidFill>
                  <a:srgbClr val="FFFFFF"/>
                </a:solidFill>
                <a:latin typeface="Segoe UI"/>
                <a:ea typeface="Segoe UI"/>
                <a:cs typeface="Segoe UI"/>
              </a:rPr>
              <a:t>✓</a:t>
            </a:r>
          </a:p>
        </p:txBody>
      </p:sp>
      <p:sp>
        <p:nvSpPr>
          <p:cNvPr id="30" name="textbox-118">
            <a:extLst xmlns:a="http://schemas.openxmlformats.org/drawingml/2006/main">
              <a:ext uri="{FF2B5EF4-FFF2-40B4-BE49-F238E27FC236}">
                <a16:creationId xmlns:a16="http://schemas.microsoft.com/office/drawing/2014/main" id="{A73BCACE-7ED4-49F5-ABCD-C6CD573CC0B1}"/>
              </a:ext>
            </a:extLst>
          </p:cNvPr>
          <p:cNvSpPr>
            <a:spLocks xmlns:a="http://schemas.openxmlformats.org/drawingml/2006/main" noGrp="1"/>
          </p:cNvSpPr>
          <p:nvPr/>
        </p:nvSpPr>
        <p:spPr>
          <a:xfrm xmlns:a="http://schemas.openxmlformats.org/drawingml/2006/main">
            <a:off x="204787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SHARE</a:t>
            </a:r>
          </a:p>
        </p:txBody>
      </p:sp>
      <p:sp>
        <p:nvSpPr>
          <p:cNvPr id="31" name="ellipse-119">
            <a:extLst xmlns:a="http://schemas.openxmlformats.org/drawingml/2006/main">
              <a:ext uri="{FF2B5EF4-FFF2-40B4-BE49-F238E27FC236}">
                <a16:creationId xmlns:a16="http://schemas.microsoft.com/office/drawing/2014/main" id="{A386B7D9-F005-426A-ACF7-49E5FA7CA813}"/>
              </a:ext>
            </a:extLst>
          </p:cNvPr>
          <p:cNvSpPr>
            <a:spLocks xmlns:a="http://schemas.openxmlformats.org/drawingml/2006/main" noGrp="1"/>
          </p:cNvSpPr>
          <p:nvPr/>
        </p:nvSpPr>
        <p:spPr>
          <a:xfrm xmlns:a="http://schemas.openxmlformats.org/drawingml/2006/main">
            <a:off x="4333875" y="6248400"/>
            <a:ext cx="133350" cy="133350"/>
          </a:xfrm>
          <a:prstGeom xmlns:a="http://schemas.openxmlformats.org/drawingml/2006/main" prst="ellipse">
            <a:avLst/>
          </a:prstGeom>
          <a:solidFill xmlns:a="http://schemas.openxmlformats.org/drawingml/2006/main">
            <a:srgbClr val="EEF7FD"/>
          </a:solidFill>
          <a:ln xmlns:a="http://schemas.openxmlformats.org/drawingml/2006/main" w="14288">
            <a:solidFill>
              <a:srgbClr val="CDE5F5"/>
            </a:solidFill>
            <a:prstDash val="solid"/>
          </a:ln>
        </p:spPr>
      </p:sp>
      <p:sp>
        <p:nvSpPr>
          <p:cNvPr id="32" name="textbox-120">
            <a:extLst xmlns:a="http://schemas.openxmlformats.org/drawingml/2006/main">
              <a:ext uri="{FF2B5EF4-FFF2-40B4-BE49-F238E27FC236}">
                <a16:creationId xmlns:a16="http://schemas.microsoft.com/office/drawing/2014/main" id="{54360829-F4A8-426E-BD02-E343487D6D9B}"/>
              </a:ext>
            </a:extLst>
          </p:cNvPr>
          <p:cNvSpPr>
            <a:spLocks xmlns:a="http://schemas.openxmlformats.org/drawingml/2006/main" noGrp="1"/>
          </p:cNvSpPr>
          <p:nvPr/>
        </p:nvSpPr>
        <p:spPr>
          <a:xfrm xmlns:a="http://schemas.openxmlformats.org/drawingml/2006/main">
            <a:off x="373380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0079C8"/>
                </a:solidFill>
                <a:latin typeface="Segoe UI"/>
                <a:ea typeface="Segoe UI"/>
                <a:cs typeface="Segoe UI"/>
              </a:defRPr>
            </a:pPr>
            <a:r>
              <a:rPr sz="1050" b="1">
                <a:solidFill>
                  <a:srgbClr val="0079C8"/>
                </a:solidFill>
                <a:latin typeface="Segoe UI"/>
                <a:ea typeface="Segoe UI"/>
                <a:cs typeface="Segoe UI"/>
              </a:rPr>
              <a:t>NEED</a:t>
            </a:r>
          </a:p>
        </p:txBody>
      </p:sp>
      <p:sp>
        <p:nvSpPr>
          <p:cNvPr id="33" name="ellipse-121">
            <a:extLst xmlns:a="http://schemas.openxmlformats.org/drawingml/2006/main">
              <a:ext uri="{FF2B5EF4-FFF2-40B4-BE49-F238E27FC236}">
                <a16:creationId xmlns:a16="http://schemas.microsoft.com/office/drawing/2014/main" id="{F82A3356-BE2E-48C0-8B38-D9801A00F0A6}"/>
              </a:ext>
            </a:extLst>
          </p:cNvPr>
          <p:cNvSpPr>
            <a:spLocks xmlns:a="http://schemas.openxmlformats.org/drawingml/2006/main" noGrp="1"/>
          </p:cNvSpPr>
          <p:nvPr/>
        </p:nvSpPr>
        <p:spPr>
          <a:xfrm xmlns:a="http://schemas.openxmlformats.org/drawingml/2006/main">
            <a:off x="4143375" y="6038850"/>
            <a:ext cx="514350" cy="514350"/>
          </a:xfrm>
          <a:prstGeom xmlns:a="http://schemas.openxmlformats.org/drawingml/2006/main" prst="ellipse">
            <a:avLst/>
          </a:prstGeom>
          <a:solidFill xmlns:a="http://schemas.openxmlformats.org/drawingml/2006/main">
            <a:srgbClr val="FFFFFF"/>
          </a:solidFill>
          <a:ln xmlns:a="http://schemas.openxmlformats.org/drawingml/2006/main" w="23813">
            <a:solidFill>
              <a:srgbClr val="0079C8"/>
            </a:solidFill>
            <a:prstDash val="solid"/>
          </a:ln>
        </p:spPr>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591053c467bb487b"/>
          <a:srcRect xmlns:a="http://schemas.openxmlformats.org/drawingml/2006/main" l="0" t="0" r="0" b="0"/>
          <a:stretch xmlns:a="http://schemas.openxmlformats.org/drawingml/2006/main">
            <a:fillRect l="0" t="0" r="0" b="0"/>
          </a:stretch>
        </p:blipFill>
        <p:spPr>
          <a:xfrm xmlns:a="http://schemas.openxmlformats.org/drawingml/2006/main">
            <a:off x="4171950" y="6067425"/>
            <a:ext cx="457200" cy="457200"/>
          </a:xfrm>
          <a:prstGeom xmlns:a="http://schemas.openxmlformats.org/drawingml/2006/main" prst="ellipse">
            <a:avLst/>
          </a:prstGeom>
        </p:spPr>
      </p:pic>
      <p:sp>
        <p:nvSpPr>
          <p:cNvPr id="35" name="ellipse-122">
            <a:extLst xmlns:a="http://schemas.openxmlformats.org/drawingml/2006/main">
              <a:ext uri="{FF2B5EF4-FFF2-40B4-BE49-F238E27FC236}">
                <a16:creationId xmlns:a16="http://schemas.microsoft.com/office/drawing/2014/main" id="{0CB20B8C-22DF-4E63-B736-F7CD6C7235F6}"/>
              </a:ext>
            </a:extLst>
          </p:cNvPr>
          <p:cNvSpPr>
            <a:spLocks xmlns:a="http://schemas.openxmlformats.org/drawingml/2006/main" noGrp="1"/>
          </p:cNvSpPr>
          <p:nvPr/>
        </p:nvSpPr>
        <p:spPr>
          <a:xfrm xmlns:a="http://schemas.openxmlformats.org/drawingml/2006/main">
            <a:off x="6019800" y="6248400"/>
            <a:ext cx="133350" cy="133350"/>
          </a:xfrm>
          <a:prstGeom xmlns:a="http://schemas.openxmlformats.org/drawingml/2006/main" prst="ellipse">
            <a:avLst/>
          </a:prstGeom>
          <a:solidFill xmlns:a="http://schemas.openxmlformats.org/drawingml/2006/main">
            <a:srgbClr val="EEF7FD"/>
          </a:solidFill>
          <a:ln xmlns:a="http://schemas.openxmlformats.org/drawingml/2006/main" w="14288">
            <a:solidFill>
              <a:srgbClr val="CDE5F5"/>
            </a:solidFill>
            <a:prstDash val="solid"/>
          </a:ln>
        </p:spPr>
      </p:sp>
      <p:sp>
        <p:nvSpPr>
          <p:cNvPr id="36" name="textbox-123">
            <a:extLst xmlns:a="http://schemas.openxmlformats.org/drawingml/2006/main">
              <a:ext uri="{FF2B5EF4-FFF2-40B4-BE49-F238E27FC236}">
                <a16:creationId xmlns:a16="http://schemas.microsoft.com/office/drawing/2014/main" id="{A451D028-2677-4593-8487-8478DEEA8294}"/>
              </a:ext>
            </a:extLst>
          </p:cNvPr>
          <p:cNvSpPr>
            <a:spLocks xmlns:a="http://schemas.openxmlformats.org/drawingml/2006/main" noGrp="1"/>
          </p:cNvSpPr>
          <p:nvPr/>
        </p:nvSpPr>
        <p:spPr>
          <a:xfrm xmlns:a="http://schemas.openxmlformats.org/drawingml/2006/main">
            <a:off x="541972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NAVIGATE</a:t>
            </a:r>
          </a:p>
        </p:txBody>
      </p:sp>
      <p:sp>
        <p:nvSpPr>
          <p:cNvPr id="37" name="ellipse-124">
            <a:extLst xmlns:a="http://schemas.openxmlformats.org/drawingml/2006/main">
              <a:ext uri="{FF2B5EF4-FFF2-40B4-BE49-F238E27FC236}">
                <a16:creationId xmlns:a16="http://schemas.microsoft.com/office/drawing/2014/main" id="{BD246C89-E35E-400D-A1CE-B4B77F9730E7}"/>
              </a:ext>
            </a:extLst>
          </p:cNvPr>
          <p:cNvSpPr>
            <a:spLocks xmlns:a="http://schemas.openxmlformats.org/drawingml/2006/main" noGrp="1"/>
          </p:cNvSpPr>
          <p:nvPr/>
        </p:nvSpPr>
        <p:spPr>
          <a:xfrm xmlns:a="http://schemas.openxmlformats.org/drawingml/2006/main">
            <a:off x="7705725" y="6248400"/>
            <a:ext cx="133350" cy="133350"/>
          </a:xfrm>
          <a:prstGeom xmlns:a="http://schemas.openxmlformats.org/drawingml/2006/main" prst="ellipse">
            <a:avLst/>
          </a:prstGeom>
          <a:solidFill xmlns:a="http://schemas.openxmlformats.org/drawingml/2006/main">
            <a:srgbClr val="EEF7FD"/>
          </a:solidFill>
          <a:ln xmlns:a="http://schemas.openxmlformats.org/drawingml/2006/main" w="14288">
            <a:solidFill>
              <a:srgbClr val="CDE5F5"/>
            </a:solidFill>
            <a:prstDash val="solid"/>
          </a:ln>
        </p:spPr>
      </p:sp>
      <p:sp>
        <p:nvSpPr>
          <p:cNvPr id="38" name="textbox-125">
            <a:extLst xmlns:a="http://schemas.openxmlformats.org/drawingml/2006/main">
              <a:ext uri="{FF2B5EF4-FFF2-40B4-BE49-F238E27FC236}">
                <a16:creationId xmlns:a16="http://schemas.microsoft.com/office/drawing/2014/main" id="{3C6E44A6-8D94-4447-9316-DDCCA6C062C0}"/>
              </a:ext>
            </a:extLst>
          </p:cNvPr>
          <p:cNvSpPr>
            <a:spLocks xmlns:a="http://schemas.openxmlformats.org/drawingml/2006/main" noGrp="1"/>
          </p:cNvSpPr>
          <p:nvPr/>
        </p:nvSpPr>
        <p:spPr>
          <a:xfrm xmlns:a="http://schemas.openxmlformats.org/drawingml/2006/main">
            <a:off x="710565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CARE</a:t>
            </a:r>
          </a:p>
        </p:txBody>
      </p:sp>
      <p:sp>
        <p:nvSpPr>
          <p:cNvPr id="39" name="ellipse-126">
            <a:extLst xmlns:a="http://schemas.openxmlformats.org/drawingml/2006/main">
              <a:ext uri="{FF2B5EF4-FFF2-40B4-BE49-F238E27FC236}">
                <a16:creationId xmlns:a16="http://schemas.microsoft.com/office/drawing/2014/main" id="{240723D4-BC83-4B5B-90F1-111139AAE652}"/>
              </a:ext>
            </a:extLst>
          </p:cNvPr>
          <p:cNvSpPr>
            <a:spLocks xmlns:a="http://schemas.openxmlformats.org/drawingml/2006/main" noGrp="1"/>
          </p:cNvSpPr>
          <p:nvPr/>
        </p:nvSpPr>
        <p:spPr>
          <a:xfrm xmlns:a="http://schemas.openxmlformats.org/drawingml/2006/main">
            <a:off x="9391650" y="6248400"/>
            <a:ext cx="133350" cy="133350"/>
          </a:xfrm>
          <a:prstGeom xmlns:a="http://schemas.openxmlformats.org/drawingml/2006/main" prst="ellipse">
            <a:avLst/>
          </a:prstGeom>
          <a:solidFill xmlns:a="http://schemas.openxmlformats.org/drawingml/2006/main">
            <a:srgbClr val="EEF7FD"/>
          </a:solidFill>
          <a:ln xmlns:a="http://schemas.openxmlformats.org/drawingml/2006/main" w="14288">
            <a:solidFill>
              <a:srgbClr val="CDE5F5"/>
            </a:solidFill>
            <a:prstDash val="solid"/>
          </a:ln>
        </p:spPr>
      </p:sp>
      <p:sp>
        <p:nvSpPr>
          <p:cNvPr id="40" name="textbox-127">
            <a:extLst xmlns:a="http://schemas.openxmlformats.org/drawingml/2006/main">
              <a:ext uri="{FF2B5EF4-FFF2-40B4-BE49-F238E27FC236}">
                <a16:creationId xmlns:a16="http://schemas.microsoft.com/office/drawing/2014/main" id="{4DD32F5F-0AE0-4211-9FB0-35BB5A86BA5B}"/>
              </a:ext>
            </a:extLst>
          </p:cNvPr>
          <p:cNvSpPr>
            <a:spLocks xmlns:a="http://schemas.openxmlformats.org/drawingml/2006/main" noGrp="1"/>
          </p:cNvSpPr>
          <p:nvPr/>
        </p:nvSpPr>
        <p:spPr>
          <a:xfrm xmlns:a="http://schemas.openxmlformats.org/drawingml/2006/main">
            <a:off x="879157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FOLLOW UP</a:t>
            </a:r>
          </a:p>
        </p:txBody>
      </p:sp>
      <p:sp>
        <p:nvSpPr>
          <p:cNvPr id="41" name="ellipse-128">
            <a:extLst xmlns:a="http://schemas.openxmlformats.org/drawingml/2006/main">
              <a:ext uri="{FF2B5EF4-FFF2-40B4-BE49-F238E27FC236}">
                <a16:creationId xmlns:a16="http://schemas.microsoft.com/office/drawing/2014/main" id="{4F6D9D86-E31B-498F-BBA1-8999C7276128}"/>
              </a:ext>
            </a:extLst>
          </p:cNvPr>
          <p:cNvSpPr>
            <a:spLocks xmlns:a="http://schemas.openxmlformats.org/drawingml/2006/main" noGrp="1"/>
          </p:cNvSpPr>
          <p:nvPr/>
        </p:nvSpPr>
        <p:spPr>
          <a:xfrm xmlns:a="http://schemas.openxmlformats.org/drawingml/2006/main">
            <a:off x="11077575" y="6248400"/>
            <a:ext cx="133350" cy="133350"/>
          </a:xfrm>
          <a:prstGeom xmlns:a="http://schemas.openxmlformats.org/drawingml/2006/main" prst="ellipse">
            <a:avLst/>
          </a:prstGeom>
          <a:solidFill xmlns:a="http://schemas.openxmlformats.org/drawingml/2006/main">
            <a:srgbClr val="EEF7FD"/>
          </a:solidFill>
          <a:ln xmlns:a="http://schemas.openxmlformats.org/drawingml/2006/main" w="14288">
            <a:solidFill>
              <a:srgbClr val="CDE5F5"/>
            </a:solidFill>
            <a:prstDash val="solid"/>
          </a:ln>
        </p:spPr>
      </p:sp>
      <p:sp>
        <p:nvSpPr>
          <p:cNvPr id="42" name="textbox-129">
            <a:extLst xmlns:a="http://schemas.openxmlformats.org/drawingml/2006/main">
              <a:ext uri="{FF2B5EF4-FFF2-40B4-BE49-F238E27FC236}">
                <a16:creationId xmlns:a16="http://schemas.microsoft.com/office/drawing/2014/main" id="{FECA8E36-30CF-4AF6-A739-4328D43937F8}"/>
              </a:ext>
            </a:extLst>
          </p:cNvPr>
          <p:cNvSpPr>
            <a:spLocks xmlns:a="http://schemas.openxmlformats.org/drawingml/2006/main" noGrp="1"/>
          </p:cNvSpPr>
          <p:nvPr/>
        </p:nvSpPr>
        <p:spPr>
          <a:xfrm xmlns:a="http://schemas.openxmlformats.org/drawingml/2006/main">
            <a:off x="1047750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LEARN</a:t>
            </a:r>
          </a:p>
        </p:txBody>
      </p:sp>
    </p:spTree>
    <p:extLst>
      <p:ext uri="{BB962C8B-B14F-4D97-AF65-F5344CB8AC3E}">
        <p14:creationId xmlns:p14="http://schemas.microsoft.com/office/powerpoint/2010/main" val="5544733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 name="textbox-130">
            <a:extLst xmlns:a="http://schemas.openxmlformats.org/drawingml/2006/main">
              <a:ext uri="{FF2B5EF4-FFF2-40B4-BE49-F238E27FC236}">
                <a16:creationId xmlns:a16="http://schemas.microsoft.com/office/drawing/2014/main" id="{72521BD1-5211-440A-9CA1-08CC3200831E}"/>
              </a:ext>
            </a:extLst>
          </p:cNvPr>
          <p:cNvSpPr>
            <a:spLocks xmlns:a="http://schemas.openxmlformats.org/drawingml/2006/main" noGrp="1"/>
          </p:cNvSpPr>
          <p:nvPr/>
        </p:nvSpPr>
        <p:spPr>
          <a:xfrm xmlns:a="http://schemas.openxmlformats.org/drawingml/2006/main">
            <a:off x="609600" y="257175"/>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79C8"/>
                </a:solidFill>
                <a:latin typeface="Segoe UI"/>
                <a:ea typeface="Segoe UI"/>
                <a:cs typeface="Segoe UI"/>
              </a:defRPr>
            </a:pPr>
            <a:r>
              <a:rPr sz="1950" b="1">
                <a:solidFill>
                  <a:srgbClr val="0079C8"/>
                </a:solidFill>
                <a:latin typeface="Segoe UI"/>
                <a:ea typeface="Segoe UI"/>
                <a:cs typeface="Segoe UI"/>
              </a:rPr>
              <a:t>Bupa Compass</a:t>
            </a:r>
          </a:p>
        </p:txBody>
      </p:sp>
      <p:sp>
        <p:nvSpPr>
          <p:cNvPr id="2" name="textbox-131">
            <a:extLst xmlns:a="http://schemas.openxmlformats.org/drawingml/2006/main">
              <a:ext uri="{FF2B5EF4-FFF2-40B4-BE49-F238E27FC236}">
                <a16:creationId xmlns:a16="http://schemas.microsoft.com/office/drawing/2014/main" id="{5E777539-1B0D-475B-B31E-42D8524FCD53}"/>
              </a:ext>
            </a:extLst>
          </p:cNvPr>
          <p:cNvSpPr>
            <a:spLocks xmlns:a="http://schemas.openxmlformats.org/drawingml/2006/main" noGrp="1"/>
          </p:cNvSpPr>
          <p:nvPr/>
        </p:nvSpPr>
        <p:spPr>
          <a:xfrm xmlns:a="http://schemas.openxmlformats.org/drawingml/2006/main">
            <a:off x="8629650" y="35242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26F85"/>
                </a:solidFill>
                <a:latin typeface="Segoe UI"/>
                <a:ea typeface="Segoe UI"/>
                <a:cs typeface="Segoe UI"/>
              </a:defRPr>
            </a:pPr>
            <a:r>
              <a:rPr sz="1050" b="0">
                <a:solidFill>
                  <a:srgbClr val="526F85"/>
                </a:solidFill>
                <a:latin typeface="Segoe UI"/>
                <a:ea typeface="Segoe UI"/>
                <a:cs typeface="Segoe UI"/>
              </a:rPr>
              <a:t>CONCEPT PROPOSAL   /   04</a:t>
            </a:r>
          </a:p>
        </p:txBody>
      </p:sp>
      <p:sp>
        <p:nvSpPr>
          <p:cNvPr id="3" name="textbox-132">
            <a:extLst xmlns:a="http://schemas.openxmlformats.org/drawingml/2006/main">
              <a:ext uri="{FF2B5EF4-FFF2-40B4-BE49-F238E27FC236}">
                <a16:creationId xmlns:a16="http://schemas.microsoft.com/office/drawing/2014/main" id="{5F2E3751-0624-4FF5-89E4-EC6FF94F5650}"/>
              </a:ext>
            </a:extLst>
          </p:cNvPr>
          <p:cNvSpPr>
            <a:spLocks xmlns:a="http://schemas.openxmlformats.org/drawingml/2006/main" noGrp="1"/>
          </p:cNvSpPr>
          <p:nvPr/>
        </p:nvSpPr>
        <p:spPr>
          <a:xfrm xmlns:a="http://schemas.openxmlformats.org/drawingml/2006/main">
            <a:off x="609600" y="866775"/>
            <a:ext cx="10810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335B"/>
                </a:solidFill>
                <a:latin typeface="Segoe UI"/>
                <a:ea typeface="Segoe UI"/>
                <a:cs typeface="Segoe UI"/>
              </a:defRPr>
            </a:pPr>
            <a:r>
              <a:rPr sz="3600" b="1">
                <a:solidFill>
                  <a:srgbClr val="00335B"/>
                </a:solidFill>
                <a:latin typeface="Segoe UI"/>
                <a:ea typeface="Segoe UI"/>
                <a:cs typeface="Segoe UI"/>
              </a:rPr>
              <a:t>How Compass finds the next step</a:t>
            </a:r>
          </a:p>
        </p:txBody>
      </p:sp>
      <p:sp>
        <p:nvSpPr>
          <p:cNvPr id="4" name="roundRect-133">
            <a:extLst xmlns:a="http://schemas.openxmlformats.org/drawingml/2006/main">
              <a:ext uri="{FF2B5EF4-FFF2-40B4-BE49-F238E27FC236}">
                <a16:creationId xmlns:a16="http://schemas.microsoft.com/office/drawing/2014/main" id="{8D9C8BB2-075A-474A-8DBA-45F26DCC1DD2}"/>
              </a:ext>
            </a:extLst>
          </p:cNvPr>
          <p:cNvSpPr>
            <a:spLocks xmlns:a="http://schemas.openxmlformats.org/drawingml/2006/main" noGrp="1"/>
          </p:cNvSpPr>
          <p:nvPr/>
        </p:nvSpPr>
        <p:spPr>
          <a:xfrm xmlns:a="http://schemas.openxmlformats.org/drawingml/2006/main">
            <a:off x="609600" y="1781175"/>
            <a:ext cx="2505075" cy="3609975"/>
          </a:xfrm>
          <a:prstGeom xmlns:a="http://schemas.openxmlformats.org/drawingml/2006/main" prst="roundRect">
            <a:avLst>
              <a:gd name="adj" fmla="val 6844"/>
            </a:avLst>
          </a:prstGeom>
          <a:solidFill xmlns:a="http://schemas.openxmlformats.org/drawingml/2006/main">
            <a:srgbClr val="EEF7FD"/>
          </a:solidFill>
          <a:ln xmlns:a="http://schemas.openxmlformats.org/drawingml/2006/main" w="0">
            <a:noFill/>
            <a:prstDash val="solid"/>
          </a:ln>
        </p:spPr>
      </p:sp>
      <p:sp>
        <p:nvSpPr>
          <p:cNvPr id="5" name="textbox-134">
            <a:extLst xmlns:a="http://schemas.openxmlformats.org/drawingml/2006/main">
              <a:ext uri="{FF2B5EF4-FFF2-40B4-BE49-F238E27FC236}">
                <a16:creationId xmlns:a16="http://schemas.microsoft.com/office/drawing/2014/main" id="{90F55636-47D8-4DBC-86FF-F12A6648F374}"/>
              </a:ext>
            </a:extLst>
          </p:cNvPr>
          <p:cNvSpPr>
            <a:spLocks xmlns:a="http://schemas.openxmlformats.org/drawingml/2006/main" noGrp="1"/>
          </p:cNvSpPr>
          <p:nvPr/>
        </p:nvSpPr>
        <p:spPr>
          <a:xfrm xmlns:a="http://schemas.openxmlformats.org/drawingml/2006/main">
            <a:off x="819150" y="1971675"/>
            <a:ext cx="21050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79C8"/>
                </a:solidFill>
                <a:latin typeface="Segoe UI"/>
                <a:ea typeface="Segoe UI"/>
                <a:cs typeface="Segoe UI"/>
              </a:defRPr>
            </a:pPr>
            <a:r>
              <a:rPr sz="1200" b="1">
                <a:solidFill>
                  <a:srgbClr val="0079C8"/>
                </a:solidFill>
                <a:latin typeface="Segoe UI"/>
                <a:ea typeface="Segoe UI"/>
                <a:cs typeface="Segoe UI"/>
              </a:rPr>
              <a:t>BIANCA’S CONTEXT</a:t>
            </a:r>
          </a:p>
        </p:txBody>
      </p:sp>
      <p:sp>
        <p:nvSpPr>
          <p:cNvPr id="6" name="textbox-135">
            <a:extLst xmlns:a="http://schemas.openxmlformats.org/drawingml/2006/main">
              <a:ext uri="{FF2B5EF4-FFF2-40B4-BE49-F238E27FC236}">
                <a16:creationId xmlns:a16="http://schemas.microsoft.com/office/drawing/2014/main" id="{86AA6300-8B86-4CE3-BB0C-ACFDCDA5AEA1}"/>
              </a:ext>
            </a:extLst>
          </p:cNvPr>
          <p:cNvSpPr>
            <a:spLocks xmlns:a="http://schemas.openxmlformats.org/drawingml/2006/main" noGrp="1"/>
          </p:cNvSpPr>
          <p:nvPr/>
        </p:nvSpPr>
        <p:spPr>
          <a:xfrm xmlns:a="http://schemas.openxmlformats.org/drawingml/2006/main">
            <a:off x="828675" y="2400300"/>
            <a:ext cx="2076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526F85"/>
                </a:solidFill>
                <a:latin typeface="Segoe UI"/>
                <a:ea typeface="Segoe UI"/>
                <a:cs typeface="Segoe UI"/>
              </a:defRPr>
            </a:pPr>
            <a:r>
              <a:rPr sz="1125" b="1">
                <a:solidFill>
                  <a:srgbClr val="526F85"/>
                </a:solidFill>
                <a:latin typeface="Segoe UI"/>
                <a:ea typeface="Segoe UI"/>
                <a:cs typeface="Segoe UI"/>
              </a:rPr>
              <a:t>NEED</a:t>
            </a:r>
          </a:p>
        </p:txBody>
      </p:sp>
      <p:sp>
        <p:nvSpPr>
          <p:cNvPr id="7" name="textbox-136">
            <a:extLst xmlns:a="http://schemas.openxmlformats.org/drawingml/2006/main">
              <a:ext uri="{FF2B5EF4-FFF2-40B4-BE49-F238E27FC236}">
                <a16:creationId xmlns:a16="http://schemas.microsoft.com/office/drawing/2014/main" id="{591B6C9C-BED0-447B-9F12-7F3BFD9D34D6}"/>
              </a:ext>
            </a:extLst>
          </p:cNvPr>
          <p:cNvSpPr>
            <a:spLocks xmlns:a="http://schemas.openxmlformats.org/drawingml/2006/main" noGrp="1"/>
          </p:cNvSpPr>
          <p:nvPr/>
        </p:nvSpPr>
        <p:spPr>
          <a:xfrm xmlns:a="http://schemas.openxmlformats.org/drawingml/2006/main">
            <a:off x="828675" y="2657475"/>
            <a:ext cx="21145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335B"/>
                </a:solidFill>
                <a:latin typeface="Segoe UI"/>
                <a:ea typeface="Segoe UI"/>
                <a:cs typeface="Segoe UI"/>
              </a:defRPr>
            </a:pPr>
            <a:r>
              <a:rPr sz="2025" b="1">
                <a:solidFill>
                  <a:srgbClr val="00335B"/>
                </a:solidFill>
                <a:latin typeface="Segoe UI"/>
                <a:ea typeface="Segoe UI"/>
                <a:cs typeface="Segoe UI"/>
              </a:rPr>
              <a:t>Knee pain</a:t>
            </a:r>
          </a:p>
        </p:txBody>
      </p:sp>
      <p:sp>
        <p:nvSpPr>
          <p:cNvPr id="8" name="textbox-137">
            <a:extLst xmlns:a="http://schemas.openxmlformats.org/drawingml/2006/main">
              <a:ext uri="{FF2B5EF4-FFF2-40B4-BE49-F238E27FC236}">
                <a16:creationId xmlns:a16="http://schemas.microsoft.com/office/drawing/2014/main" id="{47A1D369-2823-4BFD-A3EC-A72FA7969317}"/>
              </a:ext>
            </a:extLst>
          </p:cNvPr>
          <p:cNvSpPr>
            <a:spLocks xmlns:a="http://schemas.openxmlformats.org/drawingml/2006/main" noGrp="1"/>
          </p:cNvSpPr>
          <p:nvPr/>
        </p:nvSpPr>
        <p:spPr>
          <a:xfrm xmlns:a="http://schemas.openxmlformats.org/drawingml/2006/main">
            <a:off x="828675" y="3143250"/>
            <a:ext cx="2076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526F85"/>
                </a:solidFill>
                <a:latin typeface="Segoe UI"/>
                <a:ea typeface="Segoe UI"/>
                <a:cs typeface="Segoe UI"/>
              </a:defRPr>
            </a:pPr>
            <a:r>
              <a:rPr sz="1125" b="1">
                <a:solidFill>
                  <a:srgbClr val="526F85"/>
                </a:solidFill>
                <a:latin typeface="Segoe UI"/>
                <a:ea typeface="Segoe UI"/>
                <a:cs typeface="Segoe UI"/>
              </a:rPr>
              <a:t>COVER</a:t>
            </a:r>
          </a:p>
        </p:txBody>
      </p:sp>
      <p:sp>
        <p:nvSpPr>
          <p:cNvPr id="9" name="textbox-138">
            <a:extLst xmlns:a="http://schemas.openxmlformats.org/drawingml/2006/main">
              <a:ext uri="{FF2B5EF4-FFF2-40B4-BE49-F238E27FC236}">
                <a16:creationId xmlns:a16="http://schemas.microsoft.com/office/drawing/2014/main" id="{3E31C548-FCCC-4E10-B7B6-D3518C018D71}"/>
              </a:ext>
            </a:extLst>
          </p:cNvPr>
          <p:cNvSpPr>
            <a:spLocks xmlns:a="http://schemas.openxmlformats.org/drawingml/2006/main" noGrp="1"/>
          </p:cNvSpPr>
          <p:nvPr/>
        </p:nvSpPr>
        <p:spPr>
          <a:xfrm xmlns:a="http://schemas.openxmlformats.org/drawingml/2006/main">
            <a:off x="828675" y="3400425"/>
            <a:ext cx="21145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335B"/>
                </a:solidFill>
                <a:latin typeface="Segoe UI"/>
                <a:ea typeface="Segoe UI"/>
                <a:cs typeface="Segoe UI"/>
              </a:defRPr>
            </a:pPr>
            <a:r>
              <a:rPr sz="2025" b="1">
                <a:solidFill>
                  <a:srgbClr val="00335B"/>
                </a:solidFill>
                <a:latin typeface="Segoe UI"/>
                <a:ea typeface="Segoe UI"/>
                <a:cs typeface="Segoe UI"/>
              </a:rPr>
              <a:t>Bupa OSHC</a:t>
            </a:r>
          </a:p>
        </p:txBody>
      </p:sp>
      <p:sp>
        <p:nvSpPr>
          <p:cNvPr id="10" name="textbox-139">
            <a:extLst xmlns:a="http://schemas.openxmlformats.org/drawingml/2006/main">
              <a:ext uri="{FF2B5EF4-FFF2-40B4-BE49-F238E27FC236}">
                <a16:creationId xmlns:a16="http://schemas.microsoft.com/office/drawing/2014/main" id="{E4AA6946-F609-4C94-B5BA-175CB1E1D24D}"/>
              </a:ext>
            </a:extLst>
          </p:cNvPr>
          <p:cNvSpPr>
            <a:spLocks xmlns:a="http://schemas.openxmlformats.org/drawingml/2006/main" noGrp="1"/>
          </p:cNvSpPr>
          <p:nvPr/>
        </p:nvSpPr>
        <p:spPr>
          <a:xfrm xmlns:a="http://schemas.openxmlformats.org/drawingml/2006/main">
            <a:off x="828675" y="3905250"/>
            <a:ext cx="2076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526F85"/>
                </a:solidFill>
                <a:latin typeface="Segoe UI"/>
                <a:ea typeface="Segoe UI"/>
                <a:cs typeface="Segoe UI"/>
              </a:defRPr>
            </a:pPr>
            <a:r>
              <a:rPr sz="1125" b="1">
                <a:solidFill>
                  <a:srgbClr val="526F85"/>
                </a:solidFill>
                <a:latin typeface="Segoe UI"/>
                <a:ea typeface="Segoe UI"/>
                <a:cs typeface="Segoe UI"/>
              </a:rPr>
              <a:t>PREFERENCES</a:t>
            </a:r>
          </a:p>
        </p:txBody>
      </p:sp>
      <p:sp>
        <p:nvSpPr>
          <p:cNvPr id="11" name="textbox-140">
            <a:extLst xmlns:a="http://schemas.openxmlformats.org/drawingml/2006/main">
              <a:ext uri="{FF2B5EF4-FFF2-40B4-BE49-F238E27FC236}">
                <a16:creationId xmlns:a16="http://schemas.microsoft.com/office/drawing/2014/main" id="{51C65EB6-DC5E-44C7-A353-9F5D4270A222}"/>
              </a:ext>
            </a:extLst>
          </p:cNvPr>
          <p:cNvSpPr>
            <a:spLocks xmlns:a="http://schemas.openxmlformats.org/drawingml/2006/main" noGrp="1"/>
          </p:cNvSpPr>
          <p:nvPr/>
        </p:nvSpPr>
        <p:spPr>
          <a:xfrm xmlns:a="http://schemas.openxmlformats.org/drawingml/2006/main">
            <a:off x="828675" y="4162425"/>
            <a:ext cx="21145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0335B"/>
                </a:solidFill>
                <a:latin typeface="Segoe UI"/>
                <a:ea typeface="Segoe UI"/>
                <a:cs typeface="Segoe UI"/>
              </a:defRPr>
            </a:pPr>
            <a:r>
              <a:rPr sz="1650" b="0">
                <a:solidFill>
                  <a:srgbClr val="00335B"/>
                </a:solidFill>
                <a:latin typeface="Segoe UI"/>
                <a:ea typeface="Segoe UI"/>
                <a:cs typeface="Segoe UI"/>
              </a:rPr>
              <a:t>After 5 PM</a:t>
            </a:r>
          </a:p>
          <a:p xmlns:a="http://schemas.openxmlformats.org/drawingml/2006/main">
            <a:pPr algn="l">
              <a:defRPr sz="1650" b="0">
                <a:solidFill>
                  <a:srgbClr val="00335B"/>
                </a:solidFill>
                <a:latin typeface="Segoe UI"/>
                <a:ea typeface="Segoe UI"/>
                <a:cs typeface="Segoe UI"/>
              </a:defRPr>
            </a:pPr>
            <a:r>
              <a:rPr sz="1650" b="0">
                <a:solidFill>
                  <a:srgbClr val="00335B"/>
                </a:solidFill>
                <a:latin typeface="Segoe UI"/>
                <a:ea typeface="Segoe UI"/>
                <a:cs typeface="Segoe UI"/>
              </a:rPr>
              <a:t>Within 5 km</a:t>
            </a:r>
          </a:p>
          <a:p xmlns:a="http://schemas.openxmlformats.org/drawingml/2006/main">
            <a:pPr algn="l">
              <a:defRPr sz="1650" b="0">
                <a:solidFill>
                  <a:srgbClr val="00335B"/>
                </a:solidFill>
                <a:latin typeface="Segoe UI"/>
                <a:ea typeface="Segoe UI"/>
                <a:cs typeface="Segoe UI"/>
              </a:defRPr>
            </a:pPr>
            <a:r>
              <a:rPr sz="1650" b="0">
                <a:solidFill>
                  <a:srgbClr val="00335B"/>
                </a:solidFill>
                <a:latin typeface="Segoe UI"/>
                <a:ea typeface="Segoe UI"/>
                <a:cs typeface="Segoe UI"/>
              </a:rPr>
              <a:t>Lower upfront cost</a:t>
            </a:r>
          </a:p>
        </p:txBody>
      </p:sp>
      <p:sp>
        <p:nvSpPr>
          <p:cNvPr id="12" name="ellipse-141">
            <a:extLst xmlns:a="http://schemas.openxmlformats.org/drawingml/2006/main">
              <a:ext uri="{FF2B5EF4-FFF2-40B4-BE49-F238E27FC236}">
                <a16:creationId xmlns:a16="http://schemas.microsoft.com/office/drawing/2014/main" id="{CE6B9E78-ADC5-4FEB-A6AC-E7127AD69333}"/>
              </a:ext>
            </a:extLst>
          </p:cNvPr>
          <p:cNvSpPr>
            <a:spLocks xmlns:a="http://schemas.openxmlformats.org/drawingml/2006/main" noGrp="1"/>
          </p:cNvSpPr>
          <p:nvPr/>
        </p:nvSpPr>
        <p:spPr>
          <a:xfrm xmlns:a="http://schemas.openxmlformats.org/drawingml/2006/main">
            <a:off x="3552825" y="1828800"/>
            <a:ext cx="333375" cy="333375"/>
          </a:xfrm>
          <a:prstGeom xmlns:a="http://schemas.openxmlformats.org/drawingml/2006/main" prst="ellipse">
            <a:avLst/>
          </a:prstGeom>
          <a:solidFill xmlns:a="http://schemas.openxmlformats.org/drawingml/2006/main">
            <a:srgbClr val="0079C8"/>
          </a:solidFill>
          <a:ln xmlns:a="http://schemas.openxmlformats.org/drawingml/2006/main" w="0">
            <a:noFill/>
            <a:prstDash val="solid"/>
          </a:ln>
        </p:spPr>
      </p:sp>
      <p:sp>
        <p:nvSpPr>
          <p:cNvPr id="13" name="textbox-142">
            <a:extLst xmlns:a="http://schemas.openxmlformats.org/drawingml/2006/main">
              <a:ext uri="{FF2B5EF4-FFF2-40B4-BE49-F238E27FC236}">
                <a16:creationId xmlns:a16="http://schemas.microsoft.com/office/drawing/2014/main" id="{161B5A2A-90B2-4B36-B0EA-9BF8B0703B58}"/>
              </a:ext>
            </a:extLst>
          </p:cNvPr>
          <p:cNvSpPr>
            <a:spLocks xmlns:a="http://schemas.openxmlformats.org/drawingml/2006/main" noGrp="1"/>
          </p:cNvSpPr>
          <p:nvPr/>
        </p:nvSpPr>
        <p:spPr>
          <a:xfrm xmlns:a="http://schemas.openxmlformats.org/drawingml/2006/main">
            <a:off x="3552825" y="1847850"/>
            <a:ext cx="333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1</a:t>
            </a:r>
          </a:p>
        </p:txBody>
      </p:sp>
      <p:sp>
        <p:nvSpPr>
          <p:cNvPr id="14" name="textbox-143">
            <a:extLst xmlns:a="http://schemas.openxmlformats.org/drawingml/2006/main">
              <a:ext uri="{FF2B5EF4-FFF2-40B4-BE49-F238E27FC236}">
                <a16:creationId xmlns:a16="http://schemas.microsoft.com/office/drawing/2014/main" id="{CC4C38F0-2228-4BFF-A337-597BC97125A9}"/>
              </a:ext>
            </a:extLst>
          </p:cNvPr>
          <p:cNvSpPr>
            <a:spLocks xmlns:a="http://schemas.openxmlformats.org/drawingml/2006/main" noGrp="1"/>
          </p:cNvSpPr>
          <p:nvPr/>
        </p:nvSpPr>
        <p:spPr>
          <a:xfrm xmlns:a="http://schemas.openxmlformats.org/drawingml/2006/main">
            <a:off x="4038600" y="180975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335B"/>
                </a:solidFill>
                <a:latin typeface="Segoe UI"/>
                <a:ea typeface="Segoe UI"/>
                <a:cs typeface="Segoe UI"/>
              </a:defRPr>
            </a:pPr>
            <a:r>
              <a:rPr sz="2025" b="1">
                <a:solidFill>
                  <a:srgbClr val="00335B"/>
                </a:solidFill>
                <a:latin typeface="Segoe UI"/>
                <a:ea typeface="Segoe UI"/>
                <a:cs typeface="Segoe UI"/>
              </a:rPr>
              <a:t>Safety &amp; pathway</a:t>
            </a:r>
          </a:p>
        </p:txBody>
      </p:sp>
      <p:sp>
        <p:nvSpPr>
          <p:cNvPr id="15" name="textbox-144">
            <a:extLst xmlns:a="http://schemas.openxmlformats.org/drawingml/2006/main">
              <a:ext uri="{FF2B5EF4-FFF2-40B4-BE49-F238E27FC236}">
                <a16:creationId xmlns:a16="http://schemas.microsoft.com/office/drawing/2014/main" id="{9D368AB9-C166-4151-8464-95CD3098AAFD}"/>
              </a:ext>
            </a:extLst>
          </p:cNvPr>
          <p:cNvSpPr>
            <a:spLocks xmlns:a="http://schemas.openxmlformats.org/drawingml/2006/main" noGrp="1"/>
          </p:cNvSpPr>
          <p:nvPr/>
        </p:nvSpPr>
        <p:spPr>
          <a:xfrm xmlns:a="http://schemas.openxmlformats.org/drawingml/2006/main">
            <a:off x="4038600" y="2200275"/>
            <a:ext cx="32099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F85"/>
                </a:solidFill>
                <a:latin typeface="Segoe UI"/>
                <a:ea typeface="Segoe UI"/>
                <a:cs typeface="Segoe UI"/>
              </a:defRPr>
            </a:pPr>
            <a:r>
              <a:rPr sz="1500" b="0">
                <a:solidFill>
                  <a:srgbClr val="526F85"/>
                </a:solidFill>
                <a:latin typeface="Segoe UI"/>
                <a:ea typeface="Segoe UI"/>
                <a:cs typeface="Segoe UI"/>
              </a:rPr>
              <a:t>Appropriate service type</a:t>
            </a:r>
          </a:p>
        </p:txBody>
      </p:sp>
      <p:sp>
        <p:nvSpPr>
          <p:cNvPr id="16" name="line-145">
            <a:extLst xmlns:a="http://schemas.openxmlformats.org/drawingml/2006/main">
              <a:ext uri="{FF2B5EF4-FFF2-40B4-BE49-F238E27FC236}">
                <a16:creationId xmlns:a16="http://schemas.microsoft.com/office/drawing/2014/main" id="{B886FFEF-54CA-4C08-8962-920DC747DACA}"/>
              </a:ext>
            </a:extLst>
          </p:cNvPr>
          <p:cNvSpPr>
            <a:spLocks xmlns:a="http://schemas.openxmlformats.org/drawingml/2006/main" noGrp="1"/>
          </p:cNvSpPr>
          <p:nvPr/>
        </p:nvSpPr>
        <p:spPr>
          <a:xfrm xmlns:a="http://schemas.openxmlformats.org/drawingml/2006/main">
            <a:off x="3714750" y="2247900"/>
            <a:ext cx="0" cy="381000"/>
          </a:xfrm>
          <a:prstGeom xmlns:a="http://schemas.openxmlformats.org/drawingml/2006/main" prst="line">
            <a:avLst/>
          </a:prstGeom>
          <a:noFill xmlns:a="http://schemas.openxmlformats.org/drawingml/2006/main"/>
          <a:ln xmlns:a="http://schemas.openxmlformats.org/drawingml/2006/main" w="19050">
            <a:solidFill>
              <a:srgbClr val="CDE5F5"/>
            </a:solidFill>
            <a:prstDash val="solid"/>
          </a:ln>
        </p:spPr>
      </p:sp>
      <p:sp>
        <p:nvSpPr>
          <p:cNvPr id="17" name="ellipse-146">
            <a:extLst xmlns:a="http://schemas.openxmlformats.org/drawingml/2006/main">
              <a:ext uri="{FF2B5EF4-FFF2-40B4-BE49-F238E27FC236}">
                <a16:creationId xmlns:a16="http://schemas.microsoft.com/office/drawing/2014/main" id="{037B7DD9-571F-4832-A382-2C0759958633}"/>
              </a:ext>
            </a:extLst>
          </p:cNvPr>
          <p:cNvSpPr>
            <a:spLocks xmlns:a="http://schemas.openxmlformats.org/drawingml/2006/main" noGrp="1"/>
          </p:cNvSpPr>
          <p:nvPr/>
        </p:nvSpPr>
        <p:spPr>
          <a:xfrm xmlns:a="http://schemas.openxmlformats.org/drawingml/2006/main">
            <a:off x="3552825" y="2724150"/>
            <a:ext cx="333375" cy="333375"/>
          </a:xfrm>
          <a:prstGeom xmlns:a="http://schemas.openxmlformats.org/drawingml/2006/main" prst="ellipse">
            <a:avLst/>
          </a:prstGeom>
          <a:solidFill xmlns:a="http://schemas.openxmlformats.org/drawingml/2006/main">
            <a:srgbClr val="0079C8"/>
          </a:solidFill>
          <a:ln xmlns:a="http://schemas.openxmlformats.org/drawingml/2006/main" w="0">
            <a:noFill/>
            <a:prstDash val="solid"/>
          </a:ln>
        </p:spPr>
      </p:sp>
      <p:sp>
        <p:nvSpPr>
          <p:cNvPr id="18" name="textbox-147">
            <a:extLst xmlns:a="http://schemas.openxmlformats.org/drawingml/2006/main">
              <a:ext uri="{FF2B5EF4-FFF2-40B4-BE49-F238E27FC236}">
                <a16:creationId xmlns:a16="http://schemas.microsoft.com/office/drawing/2014/main" id="{5AD399FF-0348-426D-8643-CF982186360F}"/>
              </a:ext>
            </a:extLst>
          </p:cNvPr>
          <p:cNvSpPr>
            <a:spLocks xmlns:a="http://schemas.openxmlformats.org/drawingml/2006/main" noGrp="1"/>
          </p:cNvSpPr>
          <p:nvPr/>
        </p:nvSpPr>
        <p:spPr>
          <a:xfrm xmlns:a="http://schemas.openxmlformats.org/drawingml/2006/main">
            <a:off x="3552825" y="2743200"/>
            <a:ext cx="333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2</a:t>
            </a:r>
          </a:p>
        </p:txBody>
      </p:sp>
      <p:sp>
        <p:nvSpPr>
          <p:cNvPr id="19" name="textbox-148">
            <a:extLst xmlns:a="http://schemas.openxmlformats.org/drawingml/2006/main">
              <a:ext uri="{FF2B5EF4-FFF2-40B4-BE49-F238E27FC236}">
                <a16:creationId xmlns:a16="http://schemas.microsoft.com/office/drawing/2014/main" id="{E31572A2-2AA7-4882-8309-7C8CEA45079C}"/>
              </a:ext>
            </a:extLst>
          </p:cNvPr>
          <p:cNvSpPr>
            <a:spLocks xmlns:a="http://schemas.openxmlformats.org/drawingml/2006/main" noGrp="1"/>
          </p:cNvSpPr>
          <p:nvPr/>
        </p:nvSpPr>
        <p:spPr>
          <a:xfrm xmlns:a="http://schemas.openxmlformats.org/drawingml/2006/main">
            <a:off x="4038600" y="27051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335B"/>
                </a:solidFill>
                <a:latin typeface="Segoe UI"/>
                <a:ea typeface="Segoe UI"/>
                <a:cs typeface="Segoe UI"/>
              </a:defRPr>
            </a:pPr>
            <a:r>
              <a:rPr sz="2025" b="1">
                <a:solidFill>
                  <a:srgbClr val="00335B"/>
                </a:solidFill>
                <a:latin typeface="Segoe UI"/>
                <a:ea typeface="Segoe UI"/>
                <a:cs typeface="Segoe UI"/>
              </a:rPr>
              <a:t>Eligibility</a:t>
            </a:r>
          </a:p>
        </p:txBody>
      </p:sp>
      <p:sp>
        <p:nvSpPr>
          <p:cNvPr id="20" name="textbox-149">
            <a:extLst xmlns:a="http://schemas.openxmlformats.org/drawingml/2006/main">
              <a:ext uri="{FF2B5EF4-FFF2-40B4-BE49-F238E27FC236}">
                <a16:creationId xmlns:a16="http://schemas.microsoft.com/office/drawing/2014/main" id="{E0CD1269-FC9F-4BED-BA47-F193BBD79168}"/>
              </a:ext>
            </a:extLst>
          </p:cNvPr>
          <p:cNvSpPr>
            <a:spLocks xmlns:a="http://schemas.openxmlformats.org/drawingml/2006/main" noGrp="1"/>
          </p:cNvSpPr>
          <p:nvPr/>
        </p:nvSpPr>
        <p:spPr>
          <a:xfrm xmlns:a="http://schemas.openxmlformats.org/drawingml/2006/main">
            <a:off x="4038600" y="3095625"/>
            <a:ext cx="32099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F85"/>
                </a:solidFill>
                <a:latin typeface="Segoe UI"/>
                <a:ea typeface="Segoe UI"/>
                <a:cs typeface="Segoe UI"/>
              </a:defRPr>
            </a:pPr>
            <a:r>
              <a:rPr sz="1500" b="0">
                <a:solidFill>
                  <a:srgbClr val="526F85"/>
                </a:solidFill>
                <a:latin typeface="Segoe UI"/>
                <a:ea typeface="Segoe UI"/>
                <a:cs typeface="Segoe UI"/>
              </a:rPr>
              <a:t>Cover and service rules</a:t>
            </a:r>
          </a:p>
        </p:txBody>
      </p:sp>
      <p:sp>
        <p:nvSpPr>
          <p:cNvPr id="21" name="line-150">
            <a:extLst xmlns:a="http://schemas.openxmlformats.org/drawingml/2006/main">
              <a:ext uri="{FF2B5EF4-FFF2-40B4-BE49-F238E27FC236}">
                <a16:creationId xmlns:a16="http://schemas.microsoft.com/office/drawing/2014/main" id="{3BA5339C-2A6A-48CE-8D8B-B94D2E2236AD}"/>
              </a:ext>
            </a:extLst>
          </p:cNvPr>
          <p:cNvSpPr>
            <a:spLocks xmlns:a="http://schemas.openxmlformats.org/drawingml/2006/main" noGrp="1"/>
          </p:cNvSpPr>
          <p:nvPr/>
        </p:nvSpPr>
        <p:spPr>
          <a:xfrm xmlns:a="http://schemas.openxmlformats.org/drawingml/2006/main">
            <a:off x="3714750" y="3143250"/>
            <a:ext cx="0" cy="381000"/>
          </a:xfrm>
          <a:prstGeom xmlns:a="http://schemas.openxmlformats.org/drawingml/2006/main" prst="line">
            <a:avLst/>
          </a:prstGeom>
          <a:noFill xmlns:a="http://schemas.openxmlformats.org/drawingml/2006/main"/>
          <a:ln xmlns:a="http://schemas.openxmlformats.org/drawingml/2006/main" w="19050">
            <a:solidFill>
              <a:srgbClr val="CDE5F5"/>
            </a:solidFill>
            <a:prstDash val="solid"/>
          </a:ln>
        </p:spPr>
      </p:sp>
      <p:sp>
        <p:nvSpPr>
          <p:cNvPr id="22" name="ellipse-151">
            <a:extLst xmlns:a="http://schemas.openxmlformats.org/drawingml/2006/main">
              <a:ext uri="{FF2B5EF4-FFF2-40B4-BE49-F238E27FC236}">
                <a16:creationId xmlns:a16="http://schemas.microsoft.com/office/drawing/2014/main" id="{11CBCB22-9130-4955-9D78-EB3E0F781FF4}"/>
              </a:ext>
            </a:extLst>
          </p:cNvPr>
          <p:cNvSpPr>
            <a:spLocks xmlns:a="http://schemas.openxmlformats.org/drawingml/2006/main" noGrp="1"/>
          </p:cNvSpPr>
          <p:nvPr/>
        </p:nvSpPr>
        <p:spPr>
          <a:xfrm xmlns:a="http://schemas.openxmlformats.org/drawingml/2006/main">
            <a:off x="3552825" y="3619500"/>
            <a:ext cx="333375" cy="333375"/>
          </a:xfrm>
          <a:prstGeom xmlns:a="http://schemas.openxmlformats.org/drawingml/2006/main" prst="ellipse">
            <a:avLst/>
          </a:prstGeom>
          <a:solidFill xmlns:a="http://schemas.openxmlformats.org/drawingml/2006/main">
            <a:srgbClr val="0079C8"/>
          </a:solidFill>
          <a:ln xmlns:a="http://schemas.openxmlformats.org/drawingml/2006/main" w="0">
            <a:noFill/>
            <a:prstDash val="solid"/>
          </a:ln>
        </p:spPr>
      </p:sp>
      <p:sp>
        <p:nvSpPr>
          <p:cNvPr id="23" name="textbox-152">
            <a:extLst xmlns:a="http://schemas.openxmlformats.org/drawingml/2006/main">
              <a:ext uri="{FF2B5EF4-FFF2-40B4-BE49-F238E27FC236}">
                <a16:creationId xmlns:a16="http://schemas.microsoft.com/office/drawing/2014/main" id="{FD3E7390-542A-42AA-9104-ADB14B1508CF}"/>
              </a:ext>
            </a:extLst>
          </p:cNvPr>
          <p:cNvSpPr>
            <a:spLocks xmlns:a="http://schemas.openxmlformats.org/drawingml/2006/main" noGrp="1"/>
          </p:cNvSpPr>
          <p:nvPr/>
        </p:nvSpPr>
        <p:spPr>
          <a:xfrm xmlns:a="http://schemas.openxmlformats.org/drawingml/2006/main">
            <a:off x="3552825" y="3638550"/>
            <a:ext cx="333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3</a:t>
            </a:r>
          </a:p>
        </p:txBody>
      </p:sp>
      <p:sp>
        <p:nvSpPr>
          <p:cNvPr id="24" name="textbox-153">
            <a:extLst xmlns:a="http://schemas.openxmlformats.org/drawingml/2006/main">
              <a:ext uri="{FF2B5EF4-FFF2-40B4-BE49-F238E27FC236}">
                <a16:creationId xmlns:a16="http://schemas.microsoft.com/office/drawing/2014/main" id="{90E903DB-6E07-46BD-8E0E-0B1E931FAB04}"/>
              </a:ext>
            </a:extLst>
          </p:cNvPr>
          <p:cNvSpPr>
            <a:spLocks xmlns:a="http://schemas.openxmlformats.org/drawingml/2006/main" noGrp="1"/>
          </p:cNvSpPr>
          <p:nvPr/>
        </p:nvSpPr>
        <p:spPr>
          <a:xfrm xmlns:a="http://schemas.openxmlformats.org/drawingml/2006/main">
            <a:off x="4038600" y="360045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335B"/>
                </a:solidFill>
                <a:latin typeface="Segoe UI"/>
                <a:ea typeface="Segoe UI"/>
                <a:cs typeface="Segoe UI"/>
              </a:defRPr>
            </a:pPr>
            <a:r>
              <a:rPr sz="2025" b="1">
                <a:solidFill>
                  <a:srgbClr val="00335B"/>
                </a:solidFill>
                <a:latin typeface="Segoe UI"/>
                <a:ea typeface="Segoe UI"/>
                <a:cs typeface="Segoe UI"/>
              </a:rPr>
              <a:t>Personal fit</a:t>
            </a:r>
          </a:p>
        </p:txBody>
      </p:sp>
      <p:sp>
        <p:nvSpPr>
          <p:cNvPr id="25" name="textbox-154">
            <a:extLst xmlns:a="http://schemas.openxmlformats.org/drawingml/2006/main">
              <a:ext uri="{FF2B5EF4-FFF2-40B4-BE49-F238E27FC236}">
                <a16:creationId xmlns:a16="http://schemas.microsoft.com/office/drawing/2014/main" id="{0395EA05-1A73-4364-A9B8-944A1B7B8ED4}"/>
              </a:ext>
            </a:extLst>
          </p:cNvPr>
          <p:cNvSpPr>
            <a:spLocks xmlns:a="http://schemas.openxmlformats.org/drawingml/2006/main" noGrp="1"/>
          </p:cNvSpPr>
          <p:nvPr/>
        </p:nvSpPr>
        <p:spPr>
          <a:xfrm xmlns:a="http://schemas.openxmlformats.org/drawingml/2006/main">
            <a:off x="4038600" y="3990975"/>
            <a:ext cx="32099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F85"/>
                </a:solidFill>
                <a:latin typeface="Segoe UI"/>
                <a:ea typeface="Segoe UI"/>
                <a:cs typeface="Segoe UI"/>
              </a:defRPr>
            </a:pPr>
            <a:r>
              <a:rPr sz="1500" b="0">
                <a:solidFill>
                  <a:srgbClr val="526F85"/>
                </a:solidFill>
                <a:latin typeface="Segoe UI"/>
                <a:ea typeface="Segoe UI"/>
                <a:cs typeface="Segoe UI"/>
              </a:rPr>
              <a:t>Time, place, cost, language</a:t>
            </a:r>
          </a:p>
        </p:txBody>
      </p:sp>
      <p:sp>
        <p:nvSpPr>
          <p:cNvPr id="26" name="line-155">
            <a:extLst xmlns:a="http://schemas.openxmlformats.org/drawingml/2006/main">
              <a:ext uri="{FF2B5EF4-FFF2-40B4-BE49-F238E27FC236}">
                <a16:creationId xmlns:a16="http://schemas.microsoft.com/office/drawing/2014/main" id="{ABE1F1F8-4B94-465E-822F-986370CD4079}"/>
              </a:ext>
            </a:extLst>
          </p:cNvPr>
          <p:cNvSpPr>
            <a:spLocks xmlns:a="http://schemas.openxmlformats.org/drawingml/2006/main" noGrp="1"/>
          </p:cNvSpPr>
          <p:nvPr/>
        </p:nvSpPr>
        <p:spPr>
          <a:xfrm xmlns:a="http://schemas.openxmlformats.org/drawingml/2006/main">
            <a:off x="3714750" y="4038600"/>
            <a:ext cx="0" cy="381000"/>
          </a:xfrm>
          <a:prstGeom xmlns:a="http://schemas.openxmlformats.org/drawingml/2006/main" prst="line">
            <a:avLst/>
          </a:prstGeom>
          <a:noFill xmlns:a="http://schemas.openxmlformats.org/drawingml/2006/main"/>
          <a:ln xmlns:a="http://schemas.openxmlformats.org/drawingml/2006/main" w="19050">
            <a:solidFill>
              <a:srgbClr val="CDE5F5"/>
            </a:solidFill>
            <a:prstDash val="solid"/>
          </a:ln>
        </p:spPr>
      </p:sp>
      <p:sp>
        <p:nvSpPr>
          <p:cNvPr id="27" name="ellipse-156">
            <a:extLst xmlns:a="http://schemas.openxmlformats.org/drawingml/2006/main">
              <a:ext uri="{FF2B5EF4-FFF2-40B4-BE49-F238E27FC236}">
                <a16:creationId xmlns:a16="http://schemas.microsoft.com/office/drawing/2014/main" id="{D75D5CC7-F01A-4512-9CBB-959C94BADF02}"/>
              </a:ext>
            </a:extLst>
          </p:cNvPr>
          <p:cNvSpPr>
            <a:spLocks xmlns:a="http://schemas.openxmlformats.org/drawingml/2006/main" noGrp="1"/>
          </p:cNvSpPr>
          <p:nvPr/>
        </p:nvSpPr>
        <p:spPr>
          <a:xfrm xmlns:a="http://schemas.openxmlformats.org/drawingml/2006/main">
            <a:off x="3552825" y="4514850"/>
            <a:ext cx="333375" cy="333375"/>
          </a:xfrm>
          <a:prstGeom xmlns:a="http://schemas.openxmlformats.org/drawingml/2006/main" prst="ellipse">
            <a:avLst/>
          </a:prstGeom>
          <a:solidFill xmlns:a="http://schemas.openxmlformats.org/drawingml/2006/main">
            <a:srgbClr val="0079C8"/>
          </a:solidFill>
          <a:ln xmlns:a="http://schemas.openxmlformats.org/drawingml/2006/main" w="0">
            <a:noFill/>
            <a:prstDash val="solid"/>
          </a:ln>
        </p:spPr>
      </p:sp>
      <p:sp>
        <p:nvSpPr>
          <p:cNvPr id="28" name="textbox-157">
            <a:extLst xmlns:a="http://schemas.openxmlformats.org/drawingml/2006/main">
              <a:ext uri="{FF2B5EF4-FFF2-40B4-BE49-F238E27FC236}">
                <a16:creationId xmlns:a16="http://schemas.microsoft.com/office/drawing/2014/main" id="{F9AD278B-9902-4D87-9658-A87A1A6F1E45}"/>
              </a:ext>
            </a:extLst>
          </p:cNvPr>
          <p:cNvSpPr>
            <a:spLocks xmlns:a="http://schemas.openxmlformats.org/drawingml/2006/main" noGrp="1"/>
          </p:cNvSpPr>
          <p:nvPr/>
        </p:nvSpPr>
        <p:spPr>
          <a:xfrm xmlns:a="http://schemas.openxmlformats.org/drawingml/2006/main">
            <a:off x="3552825" y="4533900"/>
            <a:ext cx="333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4</a:t>
            </a:r>
          </a:p>
        </p:txBody>
      </p:sp>
      <p:sp>
        <p:nvSpPr>
          <p:cNvPr id="29" name="textbox-158">
            <a:extLst xmlns:a="http://schemas.openxmlformats.org/drawingml/2006/main">
              <a:ext uri="{FF2B5EF4-FFF2-40B4-BE49-F238E27FC236}">
                <a16:creationId xmlns:a16="http://schemas.microsoft.com/office/drawing/2014/main" id="{B7AF0697-37C7-49C0-B62A-581169A80AF4}"/>
              </a:ext>
            </a:extLst>
          </p:cNvPr>
          <p:cNvSpPr>
            <a:spLocks xmlns:a="http://schemas.openxmlformats.org/drawingml/2006/main" noGrp="1"/>
          </p:cNvSpPr>
          <p:nvPr/>
        </p:nvSpPr>
        <p:spPr>
          <a:xfrm xmlns:a="http://schemas.openxmlformats.org/drawingml/2006/main">
            <a:off x="4038600" y="44958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335B"/>
                </a:solidFill>
                <a:latin typeface="Segoe UI"/>
                <a:ea typeface="Segoe UI"/>
                <a:cs typeface="Segoe UI"/>
              </a:defRPr>
            </a:pPr>
            <a:r>
              <a:rPr sz="2025" b="1">
                <a:solidFill>
                  <a:srgbClr val="00335B"/>
                </a:solidFill>
                <a:latin typeface="Segoe UI"/>
                <a:ea typeface="Segoe UI"/>
                <a:cs typeface="Segoe UI"/>
              </a:rPr>
              <a:t>Rank + explain</a:t>
            </a:r>
          </a:p>
        </p:txBody>
      </p:sp>
      <p:sp>
        <p:nvSpPr>
          <p:cNvPr id="30" name="textbox-159">
            <a:extLst xmlns:a="http://schemas.openxmlformats.org/drawingml/2006/main">
              <a:ext uri="{FF2B5EF4-FFF2-40B4-BE49-F238E27FC236}">
                <a16:creationId xmlns:a16="http://schemas.microsoft.com/office/drawing/2014/main" id="{09A28B3D-B454-420E-B889-08B0D3ADD393}"/>
              </a:ext>
            </a:extLst>
          </p:cNvPr>
          <p:cNvSpPr>
            <a:spLocks xmlns:a="http://schemas.openxmlformats.org/drawingml/2006/main" noGrp="1"/>
          </p:cNvSpPr>
          <p:nvPr/>
        </p:nvSpPr>
        <p:spPr>
          <a:xfrm xmlns:a="http://schemas.openxmlformats.org/drawingml/2006/main">
            <a:off x="4038600" y="4886325"/>
            <a:ext cx="32099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F85"/>
                </a:solidFill>
                <a:latin typeface="Segoe UI"/>
                <a:ea typeface="Segoe UI"/>
                <a:cs typeface="Segoe UI"/>
              </a:defRPr>
            </a:pPr>
            <a:r>
              <a:rPr sz="1500" b="0">
                <a:solidFill>
                  <a:srgbClr val="526F85"/>
                </a:solidFill>
                <a:latin typeface="Segoe UI"/>
                <a:ea typeface="Segoe UI"/>
                <a:cs typeface="Segoe UI"/>
              </a:rPr>
              <a:t>Useful options, clear reasons</a:t>
            </a:r>
          </a:p>
        </p:txBody>
      </p:sp>
      <p:sp>
        <p:nvSpPr>
          <p:cNvPr id="31" name="line-160">
            <a:extLst xmlns:a="http://schemas.openxmlformats.org/drawingml/2006/main">
              <a:ext uri="{FF2B5EF4-FFF2-40B4-BE49-F238E27FC236}">
                <a16:creationId xmlns:a16="http://schemas.microsoft.com/office/drawing/2014/main" id="{2F927DA6-25B3-43F0-ADE1-8A6604254EFC}"/>
              </a:ext>
            </a:extLst>
          </p:cNvPr>
          <p:cNvSpPr>
            <a:spLocks xmlns:a="http://schemas.openxmlformats.org/drawingml/2006/main" noGrp="1"/>
          </p:cNvSpPr>
          <p:nvPr/>
        </p:nvSpPr>
        <p:spPr>
          <a:xfrm xmlns:a="http://schemas.openxmlformats.org/drawingml/2006/main">
            <a:off x="7400925" y="1809750"/>
            <a:ext cx="0" cy="3571875"/>
          </a:xfrm>
          <a:prstGeom xmlns:a="http://schemas.openxmlformats.org/drawingml/2006/main" prst="line">
            <a:avLst/>
          </a:prstGeom>
          <a:noFill xmlns:a="http://schemas.openxmlformats.org/drawingml/2006/main"/>
          <a:ln xmlns:a="http://schemas.openxmlformats.org/drawingml/2006/main" w="14288">
            <a:solidFill>
              <a:srgbClr val="CDE5F5"/>
            </a:solidFill>
            <a:prstDash val="solid"/>
          </a:ln>
        </p:spPr>
      </p:sp>
      <p:sp>
        <p:nvSpPr>
          <p:cNvPr id="32" name="textbox-161">
            <a:extLst xmlns:a="http://schemas.openxmlformats.org/drawingml/2006/main">
              <a:ext uri="{FF2B5EF4-FFF2-40B4-BE49-F238E27FC236}">
                <a16:creationId xmlns:a16="http://schemas.microsoft.com/office/drawing/2014/main" id="{773ED395-1118-4E9B-8901-CBE0DEC682BA}"/>
              </a:ext>
            </a:extLst>
          </p:cNvPr>
          <p:cNvSpPr>
            <a:spLocks xmlns:a="http://schemas.openxmlformats.org/drawingml/2006/main" noGrp="1"/>
          </p:cNvSpPr>
          <p:nvPr/>
        </p:nvSpPr>
        <p:spPr>
          <a:xfrm xmlns:a="http://schemas.openxmlformats.org/drawingml/2006/main">
            <a:off x="7734300" y="1771650"/>
            <a:ext cx="3676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79C8"/>
                </a:solidFill>
                <a:latin typeface="Segoe UI"/>
                <a:ea typeface="Segoe UI"/>
                <a:cs typeface="Segoe UI"/>
              </a:defRPr>
            </a:pPr>
            <a:r>
              <a:rPr sz="1200" b="1">
                <a:solidFill>
                  <a:srgbClr val="0079C8"/>
                </a:solidFill>
                <a:latin typeface="Segoe UI"/>
                <a:ea typeface="Segoe UI"/>
                <a:cs typeface="Segoe UI"/>
              </a:rPr>
              <a:t>ILLUSTRATIVE OPTIONS</a:t>
            </a:r>
          </a:p>
        </p:txBody>
      </p:sp>
      <p:sp>
        <p:nvSpPr>
          <p:cNvPr id="33" name="textbox-162">
            <a:extLst xmlns:a="http://schemas.openxmlformats.org/drawingml/2006/main">
              <a:ext uri="{FF2B5EF4-FFF2-40B4-BE49-F238E27FC236}">
                <a16:creationId xmlns:a16="http://schemas.microsoft.com/office/drawing/2014/main" id="{F9A46E34-F465-4F1D-B436-A107FF5EAA15}"/>
              </a:ext>
            </a:extLst>
          </p:cNvPr>
          <p:cNvSpPr>
            <a:spLocks xmlns:a="http://schemas.openxmlformats.org/drawingml/2006/main" noGrp="1"/>
          </p:cNvSpPr>
          <p:nvPr/>
        </p:nvSpPr>
        <p:spPr>
          <a:xfrm xmlns:a="http://schemas.openxmlformats.org/drawingml/2006/main">
            <a:off x="7734300" y="2200275"/>
            <a:ext cx="4667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9C8"/>
                </a:solidFill>
                <a:latin typeface="Segoe UI"/>
                <a:ea typeface="Segoe UI"/>
                <a:cs typeface="Segoe UI"/>
              </a:defRPr>
            </a:pPr>
            <a:r>
              <a:rPr sz="2100" b="1">
                <a:solidFill>
                  <a:srgbClr val="0079C8"/>
                </a:solidFill>
                <a:latin typeface="Segoe UI"/>
                <a:ea typeface="Segoe UI"/>
                <a:cs typeface="Segoe UI"/>
              </a:rPr>
              <a:t>01</a:t>
            </a:r>
          </a:p>
        </p:txBody>
      </p:sp>
      <p:sp>
        <p:nvSpPr>
          <p:cNvPr id="34" name="textbox-163">
            <a:extLst xmlns:a="http://schemas.openxmlformats.org/drawingml/2006/main">
              <a:ext uri="{FF2B5EF4-FFF2-40B4-BE49-F238E27FC236}">
                <a16:creationId xmlns:a16="http://schemas.microsoft.com/office/drawing/2014/main" id="{39950BED-ECF0-427C-809E-C274D3473F36}"/>
              </a:ext>
            </a:extLst>
          </p:cNvPr>
          <p:cNvSpPr>
            <a:spLocks xmlns:a="http://schemas.openxmlformats.org/drawingml/2006/main" noGrp="1"/>
          </p:cNvSpPr>
          <p:nvPr/>
        </p:nvSpPr>
        <p:spPr>
          <a:xfrm xmlns:a="http://schemas.openxmlformats.org/drawingml/2006/main">
            <a:off x="8248650" y="2209800"/>
            <a:ext cx="3295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335B"/>
                </a:solidFill>
                <a:latin typeface="Segoe UI"/>
                <a:ea typeface="Segoe UI"/>
                <a:cs typeface="Segoe UI"/>
              </a:defRPr>
            </a:pPr>
            <a:r>
              <a:rPr sz="2025" b="1">
                <a:solidFill>
                  <a:srgbClr val="00335B"/>
                </a:solidFill>
                <a:latin typeface="Segoe UI"/>
                <a:ea typeface="Segoe UI"/>
                <a:cs typeface="Segoe UI"/>
              </a:rPr>
              <a:t>Blua online doctor</a:t>
            </a:r>
          </a:p>
        </p:txBody>
      </p:sp>
      <p:sp>
        <p:nvSpPr>
          <p:cNvPr id="35" name="textbox-164">
            <a:extLst xmlns:a="http://schemas.openxmlformats.org/drawingml/2006/main">
              <a:ext uri="{FF2B5EF4-FFF2-40B4-BE49-F238E27FC236}">
                <a16:creationId xmlns:a16="http://schemas.microsoft.com/office/drawing/2014/main" id="{E4EF24D8-5078-4A71-BA4D-90F605FA4FE9}"/>
              </a:ext>
            </a:extLst>
          </p:cNvPr>
          <p:cNvSpPr>
            <a:spLocks xmlns:a="http://schemas.openxmlformats.org/drawingml/2006/main" noGrp="1"/>
          </p:cNvSpPr>
          <p:nvPr/>
        </p:nvSpPr>
        <p:spPr>
          <a:xfrm xmlns:a="http://schemas.openxmlformats.org/drawingml/2006/main">
            <a:off x="8248650" y="2600325"/>
            <a:ext cx="32575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F85"/>
                </a:solidFill>
                <a:latin typeface="Segoe UI"/>
                <a:ea typeface="Segoe UI"/>
                <a:cs typeface="Segoe UI"/>
              </a:defRPr>
            </a:pPr>
            <a:r>
              <a:rPr sz="1650" b="0">
                <a:solidFill>
                  <a:srgbClr val="526F85"/>
                </a:solidFill>
                <a:latin typeface="Segoe UI"/>
                <a:ea typeface="Segoe UI"/>
                <a:cs typeface="Segoe UI"/>
              </a:rPr>
              <a:t>An evening consultation</a:t>
            </a:r>
          </a:p>
        </p:txBody>
      </p:sp>
      <p:sp>
        <p:nvSpPr>
          <p:cNvPr id="36" name="line-165">
            <a:extLst xmlns:a="http://schemas.openxmlformats.org/drawingml/2006/main">
              <a:ext uri="{FF2B5EF4-FFF2-40B4-BE49-F238E27FC236}">
                <a16:creationId xmlns:a16="http://schemas.microsoft.com/office/drawing/2014/main" id="{4EC2051F-567C-44C4-B341-BA1FFE5E3619}"/>
              </a:ext>
            </a:extLst>
          </p:cNvPr>
          <p:cNvSpPr>
            <a:spLocks xmlns:a="http://schemas.openxmlformats.org/drawingml/2006/main" noGrp="1"/>
          </p:cNvSpPr>
          <p:nvPr/>
        </p:nvSpPr>
        <p:spPr>
          <a:xfrm xmlns:a="http://schemas.openxmlformats.org/drawingml/2006/main">
            <a:off x="7734300" y="3009900"/>
            <a:ext cx="3762375" cy="0"/>
          </a:xfrm>
          <a:prstGeom xmlns:a="http://schemas.openxmlformats.org/drawingml/2006/main" prst="line">
            <a:avLst/>
          </a:prstGeom>
          <a:noFill xmlns:a="http://schemas.openxmlformats.org/drawingml/2006/main"/>
          <a:ln xmlns:a="http://schemas.openxmlformats.org/drawingml/2006/main" w="9525">
            <a:solidFill>
              <a:srgbClr val="CDE5F5"/>
            </a:solidFill>
            <a:prstDash val="solid"/>
          </a:ln>
        </p:spPr>
      </p:sp>
      <p:sp>
        <p:nvSpPr>
          <p:cNvPr id="37" name="textbox-166">
            <a:extLst xmlns:a="http://schemas.openxmlformats.org/drawingml/2006/main">
              <a:ext uri="{FF2B5EF4-FFF2-40B4-BE49-F238E27FC236}">
                <a16:creationId xmlns:a16="http://schemas.microsoft.com/office/drawing/2014/main" id="{FC79A065-6A4A-4B3D-8806-99CDFFC1097F}"/>
              </a:ext>
            </a:extLst>
          </p:cNvPr>
          <p:cNvSpPr>
            <a:spLocks xmlns:a="http://schemas.openxmlformats.org/drawingml/2006/main" noGrp="1"/>
          </p:cNvSpPr>
          <p:nvPr/>
        </p:nvSpPr>
        <p:spPr>
          <a:xfrm xmlns:a="http://schemas.openxmlformats.org/drawingml/2006/main">
            <a:off x="7734300" y="3228975"/>
            <a:ext cx="4667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9C8"/>
                </a:solidFill>
                <a:latin typeface="Segoe UI"/>
                <a:ea typeface="Segoe UI"/>
                <a:cs typeface="Segoe UI"/>
              </a:defRPr>
            </a:pPr>
            <a:r>
              <a:rPr sz="2100" b="1">
                <a:solidFill>
                  <a:srgbClr val="0079C8"/>
                </a:solidFill>
                <a:latin typeface="Segoe UI"/>
                <a:ea typeface="Segoe UI"/>
                <a:cs typeface="Segoe UI"/>
              </a:rPr>
              <a:t>02</a:t>
            </a:r>
          </a:p>
        </p:txBody>
      </p:sp>
      <p:sp>
        <p:nvSpPr>
          <p:cNvPr id="38" name="textbox-167">
            <a:extLst xmlns:a="http://schemas.openxmlformats.org/drawingml/2006/main">
              <a:ext uri="{FF2B5EF4-FFF2-40B4-BE49-F238E27FC236}">
                <a16:creationId xmlns:a16="http://schemas.microsoft.com/office/drawing/2014/main" id="{0E09A70B-2CFA-4F5B-8443-EC1265067A6E}"/>
              </a:ext>
            </a:extLst>
          </p:cNvPr>
          <p:cNvSpPr>
            <a:spLocks xmlns:a="http://schemas.openxmlformats.org/drawingml/2006/main" noGrp="1"/>
          </p:cNvSpPr>
          <p:nvPr/>
        </p:nvSpPr>
        <p:spPr>
          <a:xfrm xmlns:a="http://schemas.openxmlformats.org/drawingml/2006/main">
            <a:off x="8248650" y="3238500"/>
            <a:ext cx="33051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335B"/>
                </a:solidFill>
                <a:latin typeface="Segoe UI"/>
                <a:ea typeface="Segoe UI"/>
                <a:cs typeface="Segoe UI"/>
              </a:defRPr>
            </a:pPr>
            <a:r>
              <a:rPr sz="2025" b="1">
                <a:solidFill>
                  <a:srgbClr val="00335B"/>
                </a:solidFill>
                <a:latin typeface="Segoe UI"/>
                <a:ea typeface="Segoe UI"/>
                <a:cs typeface="Segoe UI"/>
              </a:rPr>
              <a:t>Bupa-friendly GP</a:t>
            </a:r>
          </a:p>
        </p:txBody>
      </p:sp>
      <p:sp>
        <p:nvSpPr>
          <p:cNvPr id="39" name="textbox-168">
            <a:extLst xmlns:a="http://schemas.openxmlformats.org/drawingml/2006/main">
              <a:ext uri="{FF2B5EF4-FFF2-40B4-BE49-F238E27FC236}">
                <a16:creationId xmlns:a16="http://schemas.microsoft.com/office/drawing/2014/main" id="{72F84E2D-549E-4C70-841C-AB87C5D9ADA7}"/>
              </a:ext>
            </a:extLst>
          </p:cNvPr>
          <p:cNvSpPr>
            <a:spLocks xmlns:a="http://schemas.openxmlformats.org/drawingml/2006/main" noGrp="1"/>
          </p:cNvSpPr>
          <p:nvPr/>
        </p:nvSpPr>
        <p:spPr>
          <a:xfrm xmlns:a="http://schemas.openxmlformats.org/drawingml/2006/main">
            <a:off x="8248650" y="3629025"/>
            <a:ext cx="32575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F85"/>
                </a:solidFill>
                <a:latin typeface="Segoe UI"/>
                <a:ea typeface="Segoe UI"/>
                <a:cs typeface="Segoe UI"/>
              </a:defRPr>
            </a:pPr>
            <a:r>
              <a:rPr sz="1650" b="0">
                <a:solidFill>
                  <a:srgbClr val="526F85"/>
                </a:solidFill>
                <a:latin typeface="Segoe UI"/>
                <a:ea typeface="Segoe UI"/>
                <a:cs typeface="Segoe UI"/>
              </a:rPr>
              <a:t>Nearby, after class</a:t>
            </a:r>
          </a:p>
        </p:txBody>
      </p:sp>
      <p:sp>
        <p:nvSpPr>
          <p:cNvPr id="40" name="textbox-169">
            <a:extLst xmlns:a="http://schemas.openxmlformats.org/drawingml/2006/main">
              <a:ext uri="{FF2B5EF4-FFF2-40B4-BE49-F238E27FC236}">
                <a16:creationId xmlns:a16="http://schemas.microsoft.com/office/drawing/2014/main" id="{97DB98CB-9658-4B24-A617-1352B06B79B4}"/>
              </a:ext>
            </a:extLst>
          </p:cNvPr>
          <p:cNvSpPr>
            <a:spLocks xmlns:a="http://schemas.openxmlformats.org/drawingml/2006/main" noGrp="1"/>
          </p:cNvSpPr>
          <p:nvPr/>
        </p:nvSpPr>
        <p:spPr>
          <a:xfrm xmlns:a="http://schemas.openxmlformats.org/drawingml/2006/main">
            <a:off x="7734300" y="4114800"/>
            <a:ext cx="3762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F85"/>
                </a:solidFill>
                <a:latin typeface="Segoe UI"/>
                <a:ea typeface="Segoe UI"/>
                <a:cs typeface="Segoe UI"/>
              </a:defRPr>
            </a:pPr>
            <a:r>
              <a:rPr sz="1500" b="0">
                <a:solidFill>
                  <a:srgbClr val="526F85"/>
                </a:solidFill>
                <a:latin typeface="Segoe UI"/>
                <a:ea typeface="Segoe UI"/>
                <a:cs typeface="Segoe UI"/>
              </a:rPr>
              <a:t>Clinicians make clinical decisions.</a:t>
            </a:r>
          </a:p>
        </p:txBody>
      </p:sp>
      <p:sp>
        <p:nvSpPr>
          <p:cNvPr id="41" name="textbox-170">
            <a:extLst xmlns:a="http://schemas.openxmlformats.org/drawingml/2006/main">
              <a:ext uri="{FF2B5EF4-FFF2-40B4-BE49-F238E27FC236}">
                <a16:creationId xmlns:a16="http://schemas.microsoft.com/office/drawing/2014/main" id="{88F712B1-8A5F-4346-851B-B11F3A55EC2E}"/>
              </a:ext>
            </a:extLst>
          </p:cNvPr>
          <p:cNvSpPr>
            <a:spLocks xmlns:a="http://schemas.openxmlformats.org/drawingml/2006/main" noGrp="1"/>
          </p:cNvSpPr>
          <p:nvPr/>
        </p:nvSpPr>
        <p:spPr>
          <a:xfrm xmlns:a="http://schemas.openxmlformats.org/drawingml/2006/main">
            <a:off x="7734300" y="4676775"/>
            <a:ext cx="37433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79C8"/>
                </a:solidFill>
                <a:latin typeface="Segoe UI"/>
                <a:ea typeface="Segoe UI"/>
                <a:cs typeface="Segoe UI"/>
              </a:defRPr>
            </a:pPr>
            <a:r>
              <a:rPr sz="1800" b="1">
                <a:solidFill>
                  <a:srgbClr val="0079C8"/>
                </a:solidFill>
                <a:latin typeface="Segoe UI"/>
                <a:ea typeface="Segoe UI"/>
                <a:cs typeface="Segoe UI"/>
              </a:rPr>
              <a:t>Why this?</a:t>
            </a:r>
          </a:p>
        </p:txBody>
      </p:sp>
      <p:sp>
        <p:nvSpPr>
          <p:cNvPr id="42" name="textbox-171">
            <a:extLst xmlns:a="http://schemas.openxmlformats.org/drawingml/2006/main">
              <a:ext uri="{FF2B5EF4-FFF2-40B4-BE49-F238E27FC236}">
                <a16:creationId xmlns:a16="http://schemas.microsoft.com/office/drawing/2014/main" id="{3A91ED4B-E2FB-4366-8E4D-9DFCBC892C92}"/>
              </a:ext>
            </a:extLst>
          </p:cNvPr>
          <p:cNvSpPr>
            <a:spLocks xmlns:a="http://schemas.openxmlformats.org/drawingml/2006/main" noGrp="1"/>
          </p:cNvSpPr>
          <p:nvPr/>
        </p:nvSpPr>
        <p:spPr>
          <a:xfrm xmlns:a="http://schemas.openxmlformats.org/drawingml/2006/main">
            <a:off x="7734300" y="50292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73C56"/>
                </a:solidFill>
                <a:latin typeface="Segoe UI"/>
                <a:ea typeface="Segoe UI"/>
                <a:cs typeface="Segoe UI"/>
              </a:defRPr>
            </a:pPr>
            <a:r>
              <a:rPr sz="1650" b="0">
                <a:solidFill>
                  <a:srgbClr val="173C56"/>
                </a:solidFill>
                <a:latin typeface="Segoe UI"/>
                <a:ea typeface="Segoe UI"/>
                <a:cs typeface="Segoe UI"/>
              </a:rPr>
              <a:t>Need, cover, time and location</a:t>
            </a:r>
          </a:p>
        </p:txBody>
      </p:sp>
      <p:sp>
        <p:nvSpPr>
          <p:cNvPr id="43" name="textbox-172">
            <a:extLst xmlns:a="http://schemas.openxmlformats.org/drawingml/2006/main">
              <a:ext uri="{FF2B5EF4-FFF2-40B4-BE49-F238E27FC236}">
                <a16:creationId xmlns:a16="http://schemas.microsoft.com/office/drawing/2014/main" id="{985BFF6C-55A4-42EC-995B-3B7B5DB9EEB1}"/>
              </a:ext>
            </a:extLst>
          </p:cNvPr>
          <p:cNvSpPr>
            <a:spLocks xmlns:a="http://schemas.openxmlformats.org/drawingml/2006/main" noGrp="1"/>
          </p:cNvSpPr>
          <p:nvPr/>
        </p:nvSpPr>
        <p:spPr>
          <a:xfrm xmlns:a="http://schemas.openxmlformats.org/drawingml/2006/main">
            <a:off x="619125" y="5581650"/>
            <a:ext cx="66960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F85"/>
                </a:solidFill>
                <a:latin typeface="Segoe UI"/>
                <a:ea typeface="Segoe UI"/>
                <a:cs typeface="Segoe UI"/>
              </a:defRPr>
            </a:pPr>
            <a:r>
              <a:rPr sz="1275" b="0">
                <a:solidFill>
                  <a:srgbClr val="526F85"/>
                </a:solidFill>
                <a:latin typeface="Segoe UI"/>
                <a:ea typeface="Segoe UI"/>
                <a:cs typeface="Segoe UI"/>
              </a:rPr>
              <a:t>Not used: unrelated history, wearables or family information.</a:t>
            </a:r>
          </a:p>
        </p:txBody>
      </p:sp>
      <p:sp>
        <p:nvSpPr>
          <p:cNvPr id="44" name="textbox-173">
            <a:extLst xmlns:a="http://schemas.openxmlformats.org/drawingml/2006/main">
              <a:ext uri="{FF2B5EF4-FFF2-40B4-BE49-F238E27FC236}">
                <a16:creationId xmlns:a16="http://schemas.microsoft.com/office/drawing/2014/main" id="{6DD64B6B-6689-4628-A3B2-3A4038E8F24C}"/>
              </a:ext>
            </a:extLst>
          </p:cNvPr>
          <p:cNvSpPr>
            <a:spLocks xmlns:a="http://schemas.openxmlformats.org/drawingml/2006/main" noGrp="1"/>
          </p:cNvSpPr>
          <p:nvPr/>
        </p:nvSpPr>
        <p:spPr>
          <a:xfrm xmlns:a="http://schemas.openxmlformats.org/drawingml/2006/main">
            <a:off x="7734300" y="5524500"/>
            <a:ext cx="3790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F85"/>
                </a:solidFill>
                <a:latin typeface="Segoe UI"/>
                <a:ea typeface="Segoe UI"/>
                <a:cs typeface="Segoe UI"/>
              </a:defRPr>
            </a:pPr>
            <a:r>
              <a:rPr sz="1275" b="0">
                <a:solidFill>
                  <a:srgbClr val="526F85"/>
                </a:solidFill>
                <a:latin typeface="Segoe UI"/>
                <a:ea typeface="Segoe UI"/>
                <a:cs typeface="Segoe UI"/>
              </a:rPr>
              <a:t>Confirm cover, fees and availability.</a:t>
            </a:r>
          </a:p>
          <a:p xmlns:a="http://schemas.openxmlformats.org/drawingml/2006/main">
            <a:pPr algn="l">
              <a:defRPr sz="1275" b="0">
                <a:solidFill>
                  <a:srgbClr val="526F85"/>
                </a:solidFill>
                <a:latin typeface="Segoe UI"/>
                <a:ea typeface="Segoe UI"/>
                <a:cs typeface="Segoe UI"/>
              </a:defRPr>
            </a:pPr>
            <a:r>
              <a:rPr sz="1275" b="0">
                <a:solidFill>
                  <a:srgbClr val="526F85"/>
                </a:solidFill>
                <a:latin typeface="Segoe UI"/>
                <a:ea typeface="Segoe UI"/>
                <a:cs typeface="Segoe UI"/>
              </a:rPr>
              <a:t>Direct billing may still leave a gap.</a:t>
            </a:r>
          </a:p>
        </p:txBody>
      </p:sp>
      <p:sp>
        <p:nvSpPr>
          <p:cNvPr id="45" name="rect-174">
            <a:extLst xmlns:a="http://schemas.openxmlformats.org/drawingml/2006/main">
              <a:ext uri="{FF2B5EF4-FFF2-40B4-BE49-F238E27FC236}">
                <a16:creationId xmlns:a16="http://schemas.microsoft.com/office/drawing/2014/main" id="{E1B9E355-E0B3-46E9-9C6F-E3B267562275}"/>
              </a:ext>
            </a:extLst>
          </p:cNvPr>
          <p:cNvSpPr>
            <a:spLocks xmlns:a="http://schemas.openxmlformats.org/drawingml/2006/main" noGrp="1"/>
          </p:cNvSpPr>
          <p:nvPr/>
        </p:nvSpPr>
        <p:spPr>
          <a:xfrm xmlns:a="http://schemas.openxmlformats.org/drawingml/2006/main">
            <a:off x="0" y="6096000"/>
            <a:ext cx="12192000" cy="762000"/>
          </a:xfrm>
          <a:prstGeom xmlns:a="http://schemas.openxmlformats.org/drawingml/2006/main" prst="rect">
            <a:avLst/>
          </a:prstGeom>
          <a:solidFill xmlns:a="http://schemas.openxmlformats.org/drawingml/2006/main">
            <a:srgbClr val="EEF7FD"/>
          </a:solidFill>
          <a:ln xmlns:a="http://schemas.openxmlformats.org/drawingml/2006/main" w="0">
            <a:noFill/>
            <a:prstDash val="solid"/>
          </a:ln>
        </p:spPr>
      </p:sp>
      <p:sp>
        <p:nvSpPr>
          <p:cNvPr id="46" name="line-175">
            <a:extLst xmlns:a="http://schemas.openxmlformats.org/drawingml/2006/main">
              <a:ext uri="{FF2B5EF4-FFF2-40B4-BE49-F238E27FC236}">
                <a16:creationId xmlns:a16="http://schemas.microsoft.com/office/drawing/2014/main" id="{A02411FB-83CD-4685-967C-917BE52860E9}"/>
              </a:ext>
            </a:extLst>
          </p:cNvPr>
          <p:cNvSpPr>
            <a:spLocks xmlns:a="http://schemas.openxmlformats.org/drawingml/2006/main" noGrp="1"/>
          </p:cNvSpPr>
          <p:nvPr/>
        </p:nvSpPr>
        <p:spPr>
          <a:xfrm xmlns:a="http://schemas.openxmlformats.org/drawingml/2006/main">
            <a:off x="1028700" y="6315075"/>
            <a:ext cx="1685925" cy="0"/>
          </a:xfrm>
          <a:prstGeom xmlns:a="http://schemas.openxmlformats.org/drawingml/2006/main" prst="line">
            <a:avLst/>
          </a:prstGeom>
          <a:noFill xmlns:a="http://schemas.openxmlformats.org/drawingml/2006/main"/>
          <a:ln xmlns:a="http://schemas.openxmlformats.org/drawingml/2006/main" w="19050">
            <a:solidFill>
              <a:srgbClr val="0079C8"/>
            </a:solidFill>
            <a:prstDash val="solid"/>
          </a:ln>
        </p:spPr>
      </p:sp>
      <p:sp>
        <p:nvSpPr>
          <p:cNvPr id="47" name="line-176">
            <a:extLst xmlns:a="http://schemas.openxmlformats.org/drawingml/2006/main">
              <a:ext uri="{FF2B5EF4-FFF2-40B4-BE49-F238E27FC236}">
                <a16:creationId xmlns:a16="http://schemas.microsoft.com/office/drawing/2014/main" id="{D77D5706-A994-4FD2-BEB5-2E1E27F44EEB}"/>
              </a:ext>
            </a:extLst>
          </p:cNvPr>
          <p:cNvSpPr>
            <a:spLocks xmlns:a="http://schemas.openxmlformats.org/drawingml/2006/main" noGrp="1"/>
          </p:cNvSpPr>
          <p:nvPr/>
        </p:nvSpPr>
        <p:spPr>
          <a:xfrm xmlns:a="http://schemas.openxmlformats.org/drawingml/2006/main">
            <a:off x="2714625" y="6315075"/>
            <a:ext cx="1685925" cy="0"/>
          </a:xfrm>
          <a:prstGeom xmlns:a="http://schemas.openxmlformats.org/drawingml/2006/main" prst="line">
            <a:avLst/>
          </a:prstGeom>
          <a:noFill xmlns:a="http://schemas.openxmlformats.org/drawingml/2006/main"/>
          <a:ln xmlns:a="http://schemas.openxmlformats.org/drawingml/2006/main" w="19050">
            <a:solidFill>
              <a:srgbClr val="0079C8"/>
            </a:solidFill>
            <a:prstDash val="solid"/>
          </a:ln>
        </p:spPr>
      </p:sp>
      <p:sp>
        <p:nvSpPr>
          <p:cNvPr id="48" name="line-177">
            <a:extLst xmlns:a="http://schemas.openxmlformats.org/drawingml/2006/main">
              <a:ext uri="{FF2B5EF4-FFF2-40B4-BE49-F238E27FC236}">
                <a16:creationId xmlns:a16="http://schemas.microsoft.com/office/drawing/2014/main" id="{F5232412-011D-438B-84AB-DDF24FECF742}"/>
              </a:ext>
            </a:extLst>
          </p:cNvPr>
          <p:cNvSpPr>
            <a:spLocks xmlns:a="http://schemas.openxmlformats.org/drawingml/2006/main" noGrp="1"/>
          </p:cNvSpPr>
          <p:nvPr/>
        </p:nvSpPr>
        <p:spPr>
          <a:xfrm xmlns:a="http://schemas.openxmlformats.org/drawingml/2006/main">
            <a:off x="4400550" y="6315075"/>
            <a:ext cx="1685925" cy="0"/>
          </a:xfrm>
          <a:prstGeom xmlns:a="http://schemas.openxmlformats.org/drawingml/2006/main" prst="line">
            <a:avLst/>
          </a:prstGeom>
          <a:noFill xmlns:a="http://schemas.openxmlformats.org/drawingml/2006/main"/>
          <a:ln xmlns:a="http://schemas.openxmlformats.org/drawingml/2006/main" w="19050">
            <a:solidFill>
              <a:srgbClr val="0079C8"/>
            </a:solidFill>
            <a:prstDash val="solid"/>
          </a:ln>
        </p:spPr>
      </p:sp>
      <p:sp>
        <p:nvSpPr>
          <p:cNvPr id="49" name="line-178">
            <a:extLst xmlns:a="http://schemas.openxmlformats.org/drawingml/2006/main">
              <a:ext uri="{FF2B5EF4-FFF2-40B4-BE49-F238E27FC236}">
                <a16:creationId xmlns:a16="http://schemas.microsoft.com/office/drawing/2014/main" id="{816C9DD6-7A8C-414B-B7F8-1107348ECDCE}"/>
              </a:ext>
            </a:extLst>
          </p:cNvPr>
          <p:cNvSpPr>
            <a:spLocks xmlns:a="http://schemas.openxmlformats.org/drawingml/2006/main" noGrp="1"/>
          </p:cNvSpPr>
          <p:nvPr/>
        </p:nvSpPr>
        <p:spPr>
          <a:xfrm xmlns:a="http://schemas.openxmlformats.org/drawingml/2006/main">
            <a:off x="6086475" y="6315075"/>
            <a:ext cx="1685925" cy="0"/>
          </a:xfrm>
          <a:prstGeom xmlns:a="http://schemas.openxmlformats.org/drawingml/2006/main" prst="line">
            <a:avLst/>
          </a:prstGeom>
          <a:noFill xmlns:a="http://schemas.openxmlformats.org/drawingml/2006/main"/>
          <a:ln xmlns:a="http://schemas.openxmlformats.org/drawingml/2006/main" w="19050">
            <a:solidFill>
              <a:srgbClr val="CDE5F5"/>
            </a:solidFill>
            <a:prstDash val="solid"/>
          </a:ln>
        </p:spPr>
      </p:sp>
      <p:sp>
        <p:nvSpPr>
          <p:cNvPr id="50" name="line-179">
            <a:extLst xmlns:a="http://schemas.openxmlformats.org/drawingml/2006/main">
              <a:ext uri="{FF2B5EF4-FFF2-40B4-BE49-F238E27FC236}">
                <a16:creationId xmlns:a16="http://schemas.microsoft.com/office/drawing/2014/main" id="{B8A06437-79A9-45F8-B6D1-5C0D2BFF2744}"/>
              </a:ext>
            </a:extLst>
          </p:cNvPr>
          <p:cNvSpPr>
            <a:spLocks xmlns:a="http://schemas.openxmlformats.org/drawingml/2006/main" noGrp="1"/>
          </p:cNvSpPr>
          <p:nvPr/>
        </p:nvSpPr>
        <p:spPr>
          <a:xfrm xmlns:a="http://schemas.openxmlformats.org/drawingml/2006/main">
            <a:off x="7772400" y="6315075"/>
            <a:ext cx="1685925" cy="0"/>
          </a:xfrm>
          <a:prstGeom xmlns:a="http://schemas.openxmlformats.org/drawingml/2006/main" prst="line">
            <a:avLst/>
          </a:prstGeom>
          <a:noFill xmlns:a="http://schemas.openxmlformats.org/drawingml/2006/main"/>
          <a:ln xmlns:a="http://schemas.openxmlformats.org/drawingml/2006/main" w="19050">
            <a:solidFill>
              <a:srgbClr val="CDE5F5"/>
            </a:solidFill>
            <a:prstDash val="solid"/>
          </a:ln>
        </p:spPr>
      </p:sp>
      <p:sp>
        <p:nvSpPr>
          <p:cNvPr id="51" name="line-180">
            <a:extLst xmlns:a="http://schemas.openxmlformats.org/drawingml/2006/main">
              <a:ext uri="{FF2B5EF4-FFF2-40B4-BE49-F238E27FC236}">
                <a16:creationId xmlns:a16="http://schemas.microsoft.com/office/drawing/2014/main" id="{66208EAA-CA67-4F63-B6B2-920B0BDA6CF4}"/>
              </a:ext>
            </a:extLst>
          </p:cNvPr>
          <p:cNvSpPr>
            <a:spLocks xmlns:a="http://schemas.openxmlformats.org/drawingml/2006/main" noGrp="1"/>
          </p:cNvSpPr>
          <p:nvPr/>
        </p:nvSpPr>
        <p:spPr>
          <a:xfrm xmlns:a="http://schemas.openxmlformats.org/drawingml/2006/main">
            <a:off x="9458325" y="6315075"/>
            <a:ext cx="1685925" cy="0"/>
          </a:xfrm>
          <a:prstGeom xmlns:a="http://schemas.openxmlformats.org/drawingml/2006/main" prst="line">
            <a:avLst/>
          </a:prstGeom>
          <a:noFill xmlns:a="http://schemas.openxmlformats.org/drawingml/2006/main"/>
          <a:ln xmlns:a="http://schemas.openxmlformats.org/drawingml/2006/main" w="19050">
            <a:solidFill>
              <a:srgbClr val="CDE5F5"/>
            </a:solidFill>
            <a:prstDash val="solid"/>
          </a:ln>
        </p:spPr>
      </p:sp>
      <p:sp>
        <p:nvSpPr>
          <p:cNvPr id="52" name="ellipse-181">
            <a:extLst xmlns:a="http://schemas.openxmlformats.org/drawingml/2006/main">
              <a:ext uri="{FF2B5EF4-FFF2-40B4-BE49-F238E27FC236}">
                <a16:creationId xmlns:a16="http://schemas.microsoft.com/office/drawing/2014/main" id="{13D24646-1430-4996-B000-010C5947BA9B}"/>
              </a:ext>
            </a:extLst>
          </p:cNvPr>
          <p:cNvSpPr>
            <a:spLocks xmlns:a="http://schemas.openxmlformats.org/drawingml/2006/main" noGrp="1"/>
          </p:cNvSpPr>
          <p:nvPr/>
        </p:nvSpPr>
        <p:spPr>
          <a:xfrm xmlns:a="http://schemas.openxmlformats.org/drawingml/2006/main">
            <a:off x="962025" y="6248400"/>
            <a:ext cx="133350" cy="133350"/>
          </a:xfrm>
          <a:prstGeom xmlns:a="http://schemas.openxmlformats.org/drawingml/2006/main" prst="ellipse">
            <a:avLst/>
          </a:prstGeom>
          <a:solidFill xmlns:a="http://schemas.openxmlformats.org/drawingml/2006/main">
            <a:srgbClr val="0079C8"/>
          </a:solidFill>
          <a:ln xmlns:a="http://schemas.openxmlformats.org/drawingml/2006/main" w="14288">
            <a:solidFill>
              <a:srgbClr val="CDE5F5"/>
            </a:solidFill>
            <a:prstDash val="solid"/>
          </a:ln>
        </p:spPr>
      </p:sp>
      <p:sp>
        <p:nvSpPr>
          <p:cNvPr id="53" name="textbox-182">
            <a:extLst xmlns:a="http://schemas.openxmlformats.org/drawingml/2006/main">
              <a:ext uri="{FF2B5EF4-FFF2-40B4-BE49-F238E27FC236}">
                <a16:creationId xmlns:a16="http://schemas.microsoft.com/office/drawing/2014/main" id="{41E72303-BEAB-4821-939D-3666F586ED9F}"/>
              </a:ext>
            </a:extLst>
          </p:cNvPr>
          <p:cNvSpPr>
            <a:spLocks xmlns:a="http://schemas.openxmlformats.org/drawingml/2006/main" noGrp="1"/>
          </p:cNvSpPr>
          <p:nvPr/>
        </p:nvSpPr>
        <p:spPr>
          <a:xfrm xmlns:a="http://schemas.openxmlformats.org/drawingml/2006/main">
            <a:off x="942975" y="62007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Segoe UI"/>
                <a:ea typeface="Segoe UI"/>
                <a:cs typeface="Segoe UI"/>
              </a:defRPr>
            </a:pPr>
            <a:r>
              <a:rPr sz="1125" b="1">
                <a:solidFill>
                  <a:srgbClr val="FFFFFF"/>
                </a:solidFill>
                <a:latin typeface="Segoe UI"/>
                <a:ea typeface="Segoe UI"/>
                <a:cs typeface="Segoe UI"/>
              </a:rPr>
              <a:t>✓</a:t>
            </a:r>
          </a:p>
        </p:txBody>
      </p:sp>
      <p:sp>
        <p:nvSpPr>
          <p:cNvPr id="54" name="textbox-183">
            <a:extLst xmlns:a="http://schemas.openxmlformats.org/drawingml/2006/main">
              <a:ext uri="{FF2B5EF4-FFF2-40B4-BE49-F238E27FC236}">
                <a16:creationId xmlns:a16="http://schemas.microsoft.com/office/drawing/2014/main" id="{6677536C-650E-4752-96FA-FC3831357B65}"/>
              </a:ext>
            </a:extLst>
          </p:cNvPr>
          <p:cNvSpPr>
            <a:spLocks xmlns:a="http://schemas.openxmlformats.org/drawingml/2006/main" noGrp="1"/>
          </p:cNvSpPr>
          <p:nvPr/>
        </p:nvSpPr>
        <p:spPr>
          <a:xfrm xmlns:a="http://schemas.openxmlformats.org/drawingml/2006/main">
            <a:off x="36195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ARRIVE</a:t>
            </a:r>
          </a:p>
        </p:txBody>
      </p:sp>
      <p:sp>
        <p:nvSpPr>
          <p:cNvPr id="55" name="ellipse-184">
            <a:extLst xmlns:a="http://schemas.openxmlformats.org/drawingml/2006/main">
              <a:ext uri="{FF2B5EF4-FFF2-40B4-BE49-F238E27FC236}">
                <a16:creationId xmlns:a16="http://schemas.microsoft.com/office/drawing/2014/main" id="{988FA5B8-C4BF-46C8-850B-EEE3BEE657FF}"/>
              </a:ext>
            </a:extLst>
          </p:cNvPr>
          <p:cNvSpPr>
            <a:spLocks xmlns:a="http://schemas.openxmlformats.org/drawingml/2006/main" noGrp="1"/>
          </p:cNvSpPr>
          <p:nvPr/>
        </p:nvSpPr>
        <p:spPr>
          <a:xfrm xmlns:a="http://schemas.openxmlformats.org/drawingml/2006/main">
            <a:off x="2647950" y="6248400"/>
            <a:ext cx="133350" cy="133350"/>
          </a:xfrm>
          <a:prstGeom xmlns:a="http://schemas.openxmlformats.org/drawingml/2006/main" prst="ellipse">
            <a:avLst/>
          </a:prstGeom>
          <a:solidFill xmlns:a="http://schemas.openxmlformats.org/drawingml/2006/main">
            <a:srgbClr val="0079C8"/>
          </a:solidFill>
          <a:ln xmlns:a="http://schemas.openxmlformats.org/drawingml/2006/main" w="14288">
            <a:solidFill>
              <a:srgbClr val="CDE5F5"/>
            </a:solidFill>
            <a:prstDash val="solid"/>
          </a:ln>
        </p:spPr>
      </p:sp>
      <p:sp>
        <p:nvSpPr>
          <p:cNvPr id="56" name="textbox-185">
            <a:extLst xmlns:a="http://schemas.openxmlformats.org/drawingml/2006/main">
              <a:ext uri="{FF2B5EF4-FFF2-40B4-BE49-F238E27FC236}">
                <a16:creationId xmlns:a16="http://schemas.microsoft.com/office/drawing/2014/main" id="{A166991A-EC2B-4867-9FB8-F326C2AD6449}"/>
              </a:ext>
            </a:extLst>
          </p:cNvPr>
          <p:cNvSpPr>
            <a:spLocks xmlns:a="http://schemas.openxmlformats.org/drawingml/2006/main" noGrp="1"/>
          </p:cNvSpPr>
          <p:nvPr/>
        </p:nvSpPr>
        <p:spPr>
          <a:xfrm xmlns:a="http://schemas.openxmlformats.org/drawingml/2006/main">
            <a:off x="2628900" y="62007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Segoe UI"/>
                <a:ea typeface="Segoe UI"/>
                <a:cs typeface="Segoe UI"/>
              </a:defRPr>
            </a:pPr>
            <a:r>
              <a:rPr sz="1125" b="1">
                <a:solidFill>
                  <a:srgbClr val="FFFFFF"/>
                </a:solidFill>
                <a:latin typeface="Segoe UI"/>
                <a:ea typeface="Segoe UI"/>
                <a:cs typeface="Segoe UI"/>
              </a:rPr>
              <a:t>✓</a:t>
            </a:r>
          </a:p>
        </p:txBody>
      </p:sp>
      <p:sp>
        <p:nvSpPr>
          <p:cNvPr id="57" name="textbox-186">
            <a:extLst xmlns:a="http://schemas.openxmlformats.org/drawingml/2006/main">
              <a:ext uri="{FF2B5EF4-FFF2-40B4-BE49-F238E27FC236}">
                <a16:creationId xmlns:a16="http://schemas.microsoft.com/office/drawing/2014/main" id="{82800ED8-4F25-42CD-8F09-87360FF8A635}"/>
              </a:ext>
            </a:extLst>
          </p:cNvPr>
          <p:cNvSpPr>
            <a:spLocks xmlns:a="http://schemas.openxmlformats.org/drawingml/2006/main" noGrp="1"/>
          </p:cNvSpPr>
          <p:nvPr/>
        </p:nvSpPr>
        <p:spPr>
          <a:xfrm xmlns:a="http://schemas.openxmlformats.org/drawingml/2006/main">
            <a:off x="204787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SHARE</a:t>
            </a:r>
          </a:p>
        </p:txBody>
      </p:sp>
      <p:sp>
        <p:nvSpPr>
          <p:cNvPr id="58" name="ellipse-187">
            <a:extLst xmlns:a="http://schemas.openxmlformats.org/drawingml/2006/main">
              <a:ext uri="{FF2B5EF4-FFF2-40B4-BE49-F238E27FC236}">
                <a16:creationId xmlns:a16="http://schemas.microsoft.com/office/drawing/2014/main" id="{2DAA9F23-9200-4171-885D-A99C806A4C56}"/>
              </a:ext>
            </a:extLst>
          </p:cNvPr>
          <p:cNvSpPr>
            <a:spLocks xmlns:a="http://schemas.openxmlformats.org/drawingml/2006/main" noGrp="1"/>
          </p:cNvSpPr>
          <p:nvPr/>
        </p:nvSpPr>
        <p:spPr>
          <a:xfrm xmlns:a="http://schemas.openxmlformats.org/drawingml/2006/main">
            <a:off x="4333875" y="6248400"/>
            <a:ext cx="133350" cy="133350"/>
          </a:xfrm>
          <a:prstGeom xmlns:a="http://schemas.openxmlformats.org/drawingml/2006/main" prst="ellipse">
            <a:avLst/>
          </a:prstGeom>
          <a:solidFill xmlns:a="http://schemas.openxmlformats.org/drawingml/2006/main">
            <a:srgbClr val="0079C8"/>
          </a:solidFill>
          <a:ln xmlns:a="http://schemas.openxmlformats.org/drawingml/2006/main" w="14288">
            <a:solidFill>
              <a:srgbClr val="CDE5F5"/>
            </a:solidFill>
            <a:prstDash val="solid"/>
          </a:ln>
        </p:spPr>
      </p:sp>
      <p:sp>
        <p:nvSpPr>
          <p:cNvPr id="59" name="textbox-188">
            <a:extLst xmlns:a="http://schemas.openxmlformats.org/drawingml/2006/main">
              <a:ext uri="{FF2B5EF4-FFF2-40B4-BE49-F238E27FC236}">
                <a16:creationId xmlns:a16="http://schemas.microsoft.com/office/drawing/2014/main" id="{0B5B7C5B-EABE-415E-B4C1-821AE18121C0}"/>
              </a:ext>
            </a:extLst>
          </p:cNvPr>
          <p:cNvSpPr>
            <a:spLocks xmlns:a="http://schemas.openxmlformats.org/drawingml/2006/main" noGrp="1"/>
          </p:cNvSpPr>
          <p:nvPr/>
        </p:nvSpPr>
        <p:spPr>
          <a:xfrm xmlns:a="http://schemas.openxmlformats.org/drawingml/2006/main">
            <a:off x="4314825" y="62007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Segoe UI"/>
                <a:ea typeface="Segoe UI"/>
                <a:cs typeface="Segoe UI"/>
              </a:defRPr>
            </a:pPr>
            <a:r>
              <a:rPr sz="1125" b="1">
                <a:solidFill>
                  <a:srgbClr val="FFFFFF"/>
                </a:solidFill>
                <a:latin typeface="Segoe UI"/>
                <a:ea typeface="Segoe UI"/>
                <a:cs typeface="Segoe UI"/>
              </a:rPr>
              <a:t>✓</a:t>
            </a:r>
          </a:p>
        </p:txBody>
      </p:sp>
      <p:sp>
        <p:nvSpPr>
          <p:cNvPr id="60" name="textbox-189">
            <a:extLst xmlns:a="http://schemas.openxmlformats.org/drawingml/2006/main">
              <a:ext uri="{FF2B5EF4-FFF2-40B4-BE49-F238E27FC236}">
                <a16:creationId xmlns:a16="http://schemas.microsoft.com/office/drawing/2014/main" id="{A03EDD47-E1F9-4F33-B7A3-BEC61B544568}"/>
              </a:ext>
            </a:extLst>
          </p:cNvPr>
          <p:cNvSpPr>
            <a:spLocks xmlns:a="http://schemas.openxmlformats.org/drawingml/2006/main" noGrp="1"/>
          </p:cNvSpPr>
          <p:nvPr/>
        </p:nvSpPr>
        <p:spPr>
          <a:xfrm xmlns:a="http://schemas.openxmlformats.org/drawingml/2006/main">
            <a:off x="373380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NEED</a:t>
            </a:r>
          </a:p>
        </p:txBody>
      </p:sp>
      <p:sp>
        <p:nvSpPr>
          <p:cNvPr id="61" name="ellipse-190">
            <a:extLst xmlns:a="http://schemas.openxmlformats.org/drawingml/2006/main">
              <a:ext uri="{FF2B5EF4-FFF2-40B4-BE49-F238E27FC236}">
                <a16:creationId xmlns:a16="http://schemas.microsoft.com/office/drawing/2014/main" id="{3F46E39A-F8F3-434E-9551-FFA2E5EF7701}"/>
              </a:ext>
            </a:extLst>
          </p:cNvPr>
          <p:cNvSpPr>
            <a:spLocks xmlns:a="http://schemas.openxmlformats.org/drawingml/2006/main" noGrp="1"/>
          </p:cNvSpPr>
          <p:nvPr/>
        </p:nvSpPr>
        <p:spPr>
          <a:xfrm xmlns:a="http://schemas.openxmlformats.org/drawingml/2006/main">
            <a:off x="6019800" y="6248400"/>
            <a:ext cx="133350" cy="133350"/>
          </a:xfrm>
          <a:prstGeom xmlns:a="http://schemas.openxmlformats.org/drawingml/2006/main" prst="ellipse">
            <a:avLst/>
          </a:prstGeom>
          <a:solidFill xmlns:a="http://schemas.openxmlformats.org/drawingml/2006/main">
            <a:srgbClr val="EEF7FD"/>
          </a:solidFill>
          <a:ln xmlns:a="http://schemas.openxmlformats.org/drawingml/2006/main" w="14288">
            <a:solidFill>
              <a:srgbClr val="CDE5F5"/>
            </a:solidFill>
            <a:prstDash val="solid"/>
          </a:ln>
        </p:spPr>
      </p:sp>
      <p:sp>
        <p:nvSpPr>
          <p:cNvPr id="62" name="textbox-191">
            <a:extLst xmlns:a="http://schemas.openxmlformats.org/drawingml/2006/main">
              <a:ext uri="{FF2B5EF4-FFF2-40B4-BE49-F238E27FC236}">
                <a16:creationId xmlns:a16="http://schemas.microsoft.com/office/drawing/2014/main" id="{EDAF824B-E2C7-4CFD-A443-AF325140DC89}"/>
              </a:ext>
            </a:extLst>
          </p:cNvPr>
          <p:cNvSpPr>
            <a:spLocks xmlns:a="http://schemas.openxmlformats.org/drawingml/2006/main" noGrp="1"/>
          </p:cNvSpPr>
          <p:nvPr/>
        </p:nvSpPr>
        <p:spPr>
          <a:xfrm xmlns:a="http://schemas.openxmlformats.org/drawingml/2006/main">
            <a:off x="541972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0079C8"/>
                </a:solidFill>
                <a:latin typeface="Segoe UI"/>
                <a:ea typeface="Segoe UI"/>
                <a:cs typeface="Segoe UI"/>
              </a:defRPr>
            </a:pPr>
            <a:r>
              <a:rPr sz="1050" b="1">
                <a:solidFill>
                  <a:srgbClr val="0079C8"/>
                </a:solidFill>
                <a:latin typeface="Segoe UI"/>
                <a:ea typeface="Segoe UI"/>
                <a:cs typeface="Segoe UI"/>
              </a:rPr>
              <a:t>NAVIGATE</a:t>
            </a:r>
          </a:p>
        </p:txBody>
      </p:sp>
      <p:sp>
        <p:nvSpPr>
          <p:cNvPr id="63" name="ellipse-192">
            <a:extLst xmlns:a="http://schemas.openxmlformats.org/drawingml/2006/main">
              <a:ext uri="{FF2B5EF4-FFF2-40B4-BE49-F238E27FC236}">
                <a16:creationId xmlns:a16="http://schemas.microsoft.com/office/drawing/2014/main" id="{BFE49255-89C2-4210-AEC1-9B192F30BF95}"/>
              </a:ext>
            </a:extLst>
          </p:cNvPr>
          <p:cNvSpPr>
            <a:spLocks xmlns:a="http://schemas.openxmlformats.org/drawingml/2006/main" noGrp="1"/>
          </p:cNvSpPr>
          <p:nvPr/>
        </p:nvSpPr>
        <p:spPr>
          <a:xfrm xmlns:a="http://schemas.openxmlformats.org/drawingml/2006/main">
            <a:off x="5829300" y="6038850"/>
            <a:ext cx="514350" cy="514350"/>
          </a:xfrm>
          <a:prstGeom xmlns:a="http://schemas.openxmlformats.org/drawingml/2006/main" prst="ellipse">
            <a:avLst/>
          </a:prstGeom>
          <a:solidFill xmlns:a="http://schemas.openxmlformats.org/drawingml/2006/main">
            <a:srgbClr val="FFFFFF"/>
          </a:solidFill>
          <a:ln xmlns:a="http://schemas.openxmlformats.org/drawingml/2006/main" w="23813">
            <a:solidFill>
              <a:srgbClr val="0079C8"/>
            </a:solidFill>
            <a:prstDash val="solid"/>
          </a:ln>
        </p:spPr>
      </p:sp>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d80eaa48d2e24788"/>
          <a:srcRect xmlns:a="http://schemas.openxmlformats.org/drawingml/2006/main" l="0" t="0" r="0" b="0"/>
          <a:stretch xmlns:a="http://schemas.openxmlformats.org/drawingml/2006/main">
            <a:fillRect l="0" t="0" r="0" b="0"/>
          </a:stretch>
        </p:blipFill>
        <p:spPr>
          <a:xfrm xmlns:a="http://schemas.openxmlformats.org/drawingml/2006/main">
            <a:off x="5857875" y="6067425"/>
            <a:ext cx="457200" cy="457200"/>
          </a:xfrm>
          <a:prstGeom xmlns:a="http://schemas.openxmlformats.org/drawingml/2006/main" prst="ellipse">
            <a:avLst/>
          </a:prstGeom>
        </p:spPr>
      </p:pic>
      <p:sp>
        <p:nvSpPr>
          <p:cNvPr id="65" name="ellipse-193">
            <a:extLst xmlns:a="http://schemas.openxmlformats.org/drawingml/2006/main">
              <a:ext uri="{FF2B5EF4-FFF2-40B4-BE49-F238E27FC236}">
                <a16:creationId xmlns:a16="http://schemas.microsoft.com/office/drawing/2014/main" id="{C1D8E0EE-F9E3-45E1-B201-4F1202A71FAC}"/>
              </a:ext>
            </a:extLst>
          </p:cNvPr>
          <p:cNvSpPr>
            <a:spLocks xmlns:a="http://schemas.openxmlformats.org/drawingml/2006/main" noGrp="1"/>
          </p:cNvSpPr>
          <p:nvPr/>
        </p:nvSpPr>
        <p:spPr>
          <a:xfrm xmlns:a="http://schemas.openxmlformats.org/drawingml/2006/main">
            <a:off x="7705725" y="6248400"/>
            <a:ext cx="133350" cy="133350"/>
          </a:xfrm>
          <a:prstGeom xmlns:a="http://schemas.openxmlformats.org/drawingml/2006/main" prst="ellipse">
            <a:avLst/>
          </a:prstGeom>
          <a:solidFill xmlns:a="http://schemas.openxmlformats.org/drawingml/2006/main">
            <a:srgbClr val="EEF7FD"/>
          </a:solidFill>
          <a:ln xmlns:a="http://schemas.openxmlformats.org/drawingml/2006/main" w="14288">
            <a:solidFill>
              <a:srgbClr val="CDE5F5"/>
            </a:solidFill>
            <a:prstDash val="solid"/>
          </a:ln>
        </p:spPr>
      </p:sp>
      <p:sp>
        <p:nvSpPr>
          <p:cNvPr id="66" name="textbox-194">
            <a:extLst xmlns:a="http://schemas.openxmlformats.org/drawingml/2006/main">
              <a:ext uri="{FF2B5EF4-FFF2-40B4-BE49-F238E27FC236}">
                <a16:creationId xmlns:a16="http://schemas.microsoft.com/office/drawing/2014/main" id="{C46A0412-299B-41F1-8BED-3BFDB207167C}"/>
              </a:ext>
            </a:extLst>
          </p:cNvPr>
          <p:cNvSpPr>
            <a:spLocks xmlns:a="http://schemas.openxmlformats.org/drawingml/2006/main" noGrp="1"/>
          </p:cNvSpPr>
          <p:nvPr/>
        </p:nvSpPr>
        <p:spPr>
          <a:xfrm xmlns:a="http://schemas.openxmlformats.org/drawingml/2006/main">
            <a:off x="710565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CARE</a:t>
            </a:r>
          </a:p>
        </p:txBody>
      </p:sp>
      <p:sp>
        <p:nvSpPr>
          <p:cNvPr id="67" name="ellipse-195">
            <a:extLst xmlns:a="http://schemas.openxmlformats.org/drawingml/2006/main">
              <a:ext uri="{FF2B5EF4-FFF2-40B4-BE49-F238E27FC236}">
                <a16:creationId xmlns:a16="http://schemas.microsoft.com/office/drawing/2014/main" id="{8FA18C8D-D450-4104-BABB-4FA101118F92}"/>
              </a:ext>
            </a:extLst>
          </p:cNvPr>
          <p:cNvSpPr>
            <a:spLocks xmlns:a="http://schemas.openxmlformats.org/drawingml/2006/main" noGrp="1"/>
          </p:cNvSpPr>
          <p:nvPr/>
        </p:nvSpPr>
        <p:spPr>
          <a:xfrm xmlns:a="http://schemas.openxmlformats.org/drawingml/2006/main">
            <a:off x="9391650" y="6248400"/>
            <a:ext cx="133350" cy="133350"/>
          </a:xfrm>
          <a:prstGeom xmlns:a="http://schemas.openxmlformats.org/drawingml/2006/main" prst="ellipse">
            <a:avLst/>
          </a:prstGeom>
          <a:solidFill xmlns:a="http://schemas.openxmlformats.org/drawingml/2006/main">
            <a:srgbClr val="EEF7FD"/>
          </a:solidFill>
          <a:ln xmlns:a="http://schemas.openxmlformats.org/drawingml/2006/main" w="14288">
            <a:solidFill>
              <a:srgbClr val="CDE5F5"/>
            </a:solidFill>
            <a:prstDash val="solid"/>
          </a:ln>
        </p:spPr>
      </p:sp>
      <p:sp>
        <p:nvSpPr>
          <p:cNvPr id="68" name="textbox-196">
            <a:extLst xmlns:a="http://schemas.openxmlformats.org/drawingml/2006/main">
              <a:ext uri="{FF2B5EF4-FFF2-40B4-BE49-F238E27FC236}">
                <a16:creationId xmlns:a16="http://schemas.microsoft.com/office/drawing/2014/main" id="{FB78A0F3-99AD-4230-89DC-7EB8A1C48B86}"/>
              </a:ext>
            </a:extLst>
          </p:cNvPr>
          <p:cNvSpPr>
            <a:spLocks xmlns:a="http://schemas.openxmlformats.org/drawingml/2006/main" noGrp="1"/>
          </p:cNvSpPr>
          <p:nvPr/>
        </p:nvSpPr>
        <p:spPr>
          <a:xfrm xmlns:a="http://schemas.openxmlformats.org/drawingml/2006/main">
            <a:off x="879157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FOLLOW UP</a:t>
            </a:r>
          </a:p>
        </p:txBody>
      </p:sp>
      <p:sp>
        <p:nvSpPr>
          <p:cNvPr id="69" name="ellipse-197">
            <a:extLst xmlns:a="http://schemas.openxmlformats.org/drawingml/2006/main">
              <a:ext uri="{FF2B5EF4-FFF2-40B4-BE49-F238E27FC236}">
                <a16:creationId xmlns:a16="http://schemas.microsoft.com/office/drawing/2014/main" id="{4ACA31B9-0286-4DE1-887A-79417B1D3953}"/>
              </a:ext>
            </a:extLst>
          </p:cNvPr>
          <p:cNvSpPr>
            <a:spLocks xmlns:a="http://schemas.openxmlformats.org/drawingml/2006/main" noGrp="1"/>
          </p:cNvSpPr>
          <p:nvPr/>
        </p:nvSpPr>
        <p:spPr>
          <a:xfrm xmlns:a="http://schemas.openxmlformats.org/drawingml/2006/main">
            <a:off x="11077575" y="6248400"/>
            <a:ext cx="133350" cy="133350"/>
          </a:xfrm>
          <a:prstGeom xmlns:a="http://schemas.openxmlformats.org/drawingml/2006/main" prst="ellipse">
            <a:avLst/>
          </a:prstGeom>
          <a:solidFill xmlns:a="http://schemas.openxmlformats.org/drawingml/2006/main">
            <a:srgbClr val="EEF7FD"/>
          </a:solidFill>
          <a:ln xmlns:a="http://schemas.openxmlformats.org/drawingml/2006/main" w="14288">
            <a:solidFill>
              <a:srgbClr val="CDE5F5"/>
            </a:solidFill>
            <a:prstDash val="solid"/>
          </a:ln>
        </p:spPr>
      </p:sp>
      <p:sp>
        <p:nvSpPr>
          <p:cNvPr id="70" name="textbox-198">
            <a:extLst xmlns:a="http://schemas.openxmlformats.org/drawingml/2006/main">
              <a:ext uri="{FF2B5EF4-FFF2-40B4-BE49-F238E27FC236}">
                <a16:creationId xmlns:a16="http://schemas.microsoft.com/office/drawing/2014/main" id="{667BCE5A-17FA-47C3-BD1E-3704899B1A5C}"/>
              </a:ext>
            </a:extLst>
          </p:cNvPr>
          <p:cNvSpPr>
            <a:spLocks xmlns:a="http://schemas.openxmlformats.org/drawingml/2006/main" noGrp="1"/>
          </p:cNvSpPr>
          <p:nvPr/>
        </p:nvSpPr>
        <p:spPr>
          <a:xfrm xmlns:a="http://schemas.openxmlformats.org/drawingml/2006/main">
            <a:off x="1047750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LEARN</a:t>
            </a:r>
          </a:p>
        </p:txBody>
      </p:sp>
    </p:spTree>
    <p:extLst>
      <p:ext uri="{BB962C8B-B14F-4D97-AF65-F5344CB8AC3E}">
        <p14:creationId xmlns:p14="http://schemas.microsoft.com/office/powerpoint/2010/main" val="462562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textbox-199">
            <a:extLst xmlns:a="http://schemas.openxmlformats.org/drawingml/2006/main">
              <a:ext uri="{FF2B5EF4-FFF2-40B4-BE49-F238E27FC236}">
                <a16:creationId xmlns:a16="http://schemas.microsoft.com/office/drawing/2014/main" id="{FF9EB391-37F4-485D-96E4-4CCDC2FFC626}"/>
              </a:ext>
            </a:extLst>
          </p:cNvPr>
          <p:cNvSpPr>
            <a:spLocks xmlns:a="http://schemas.openxmlformats.org/drawingml/2006/main" noGrp="1"/>
          </p:cNvSpPr>
          <p:nvPr/>
        </p:nvSpPr>
        <p:spPr>
          <a:xfrm xmlns:a="http://schemas.openxmlformats.org/drawingml/2006/main">
            <a:off x="609600" y="257175"/>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79C8"/>
                </a:solidFill>
                <a:latin typeface="Segoe UI"/>
                <a:ea typeface="Segoe UI"/>
                <a:cs typeface="Segoe UI"/>
              </a:defRPr>
            </a:pPr>
            <a:r>
              <a:rPr sz="1950" b="1">
                <a:solidFill>
                  <a:srgbClr val="0079C8"/>
                </a:solidFill>
                <a:latin typeface="Segoe UI"/>
                <a:ea typeface="Segoe UI"/>
                <a:cs typeface="Segoe UI"/>
              </a:rPr>
              <a:t>Bupa Compass</a:t>
            </a:r>
          </a:p>
        </p:txBody>
      </p:sp>
      <p:sp>
        <p:nvSpPr>
          <p:cNvPr id="2" name="textbox-200">
            <a:extLst xmlns:a="http://schemas.openxmlformats.org/drawingml/2006/main">
              <a:ext uri="{FF2B5EF4-FFF2-40B4-BE49-F238E27FC236}">
                <a16:creationId xmlns:a16="http://schemas.microsoft.com/office/drawing/2014/main" id="{49BBE49A-A36C-474B-BC5B-594645C71357}"/>
              </a:ext>
            </a:extLst>
          </p:cNvPr>
          <p:cNvSpPr>
            <a:spLocks xmlns:a="http://schemas.openxmlformats.org/drawingml/2006/main" noGrp="1"/>
          </p:cNvSpPr>
          <p:nvPr/>
        </p:nvSpPr>
        <p:spPr>
          <a:xfrm xmlns:a="http://schemas.openxmlformats.org/drawingml/2006/main">
            <a:off x="8629650" y="35242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26F85"/>
                </a:solidFill>
                <a:latin typeface="Segoe UI"/>
                <a:ea typeface="Segoe UI"/>
                <a:cs typeface="Segoe UI"/>
              </a:defRPr>
            </a:pPr>
            <a:r>
              <a:rPr sz="1050" b="0">
                <a:solidFill>
                  <a:srgbClr val="526F85"/>
                </a:solidFill>
                <a:latin typeface="Segoe UI"/>
                <a:ea typeface="Segoe UI"/>
                <a:cs typeface="Segoe UI"/>
              </a:rPr>
              <a:t>CONCEPT PROPOSAL   /   05</a:t>
            </a:r>
          </a:p>
        </p:txBody>
      </p:sp>
      <p:sp>
        <p:nvSpPr>
          <p:cNvPr id="3" name="textbox-201">
            <a:extLst xmlns:a="http://schemas.openxmlformats.org/drawingml/2006/main">
              <a:ext uri="{FF2B5EF4-FFF2-40B4-BE49-F238E27FC236}">
                <a16:creationId xmlns:a16="http://schemas.microsoft.com/office/drawing/2014/main" id="{7A6716B7-F678-43EE-A630-DEBC323DFC20}"/>
              </a:ext>
            </a:extLst>
          </p:cNvPr>
          <p:cNvSpPr>
            <a:spLocks xmlns:a="http://schemas.openxmlformats.org/drawingml/2006/main" noGrp="1"/>
          </p:cNvSpPr>
          <p:nvPr/>
        </p:nvSpPr>
        <p:spPr>
          <a:xfrm xmlns:a="http://schemas.openxmlformats.org/drawingml/2006/main">
            <a:off x="609600" y="866775"/>
            <a:ext cx="10906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00335B"/>
                </a:solidFill>
                <a:latin typeface="Segoe UI"/>
                <a:ea typeface="Segoe UI"/>
                <a:cs typeface="Segoe UI"/>
              </a:defRPr>
            </a:pPr>
            <a:r>
              <a:rPr sz="3450" b="1">
                <a:solidFill>
                  <a:srgbClr val="00335B"/>
                </a:solidFill>
                <a:latin typeface="Segoe UI"/>
                <a:ea typeface="Segoe UI"/>
                <a:cs typeface="Segoe UI"/>
              </a:rPr>
              <a:t>Care continues after the appointment</a:t>
            </a:r>
          </a:p>
        </p:txBody>
      </p:sp>
      <p:sp>
        <p:nvSpPr>
          <p:cNvPr id="4" name="roundRect-202">
            <a:extLst xmlns:a="http://schemas.openxmlformats.org/drawingml/2006/main">
              <a:ext uri="{FF2B5EF4-FFF2-40B4-BE49-F238E27FC236}">
                <a16:creationId xmlns:a16="http://schemas.microsoft.com/office/drawing/2014/main" id="{4522539C-5F8C-4DB7-BD38-2F84D2C11DC0}"/>
              </a:ext>
            </a:extLst>
          </p:cNvPr>
          <p:cNvSpPr>
            <a:spLocks xmlns:a="http://schemas.openxmlformats.org/drawingml/2006/main" noGrp="1"/>
          </p:cNvSpPr>
          <p:nvPr/>
        </p:nvSpPr>
        <p:spPr>
          <a:xfrm xmlns:a="http://schemas.openxmlformats.org/drawingml/2006/main">
            <a:off x="647700" y="1857375"/>
            <a:ext cx="2190750" cy="742950"/>
          </a:xfrm>
          <a:prstGeom xmlns:a="http://schemas.openxmlformats.org/drawingml/2006/main" prst="roundRect">
            <a:avLst>
              <a:gd name="adj" fmla="val 19231"/>
            </a:avLst>
          </a:prstGeom>
          <a:solidFill xmlns:a="http://schemas.openxmlformats.org/drawingml/2006/main">
            <a:srgbClr val="EEF7FD"/>
          </a:solidFill>
          <a:ln xmlns:a="http://schemas.openxmlformats.org/drawingml/2006/main" w="14288">
            <a:solidFill>
              <a:srgbClr val="CDE5F5"/>
            </a:solidFill>
            <a:prstDash val="solid"/>
          </a:ln>
        </p:spPr>
      </p:sp>
      <p:sp>
        <p:nvSpPr>
          <p:cNvPr id="5" name="roundRect-203">
            <a:extLst xmlns:a="http://schemas.openxmlformats.org/drawingml/2006/main">
              <a:ext uri="{FF2B5EF4-FFF2-40B4-BE49-F238E27FC236}">
                <a16:creationId xmlns:a16="http://schemas.microsoft.com/office/drawing/2014/main" id="{5C7DA653-659E-466B-B2C5-319B32A9CD7C}"/>
              </a:ext>
            </a:extLst>
          </p:cNvPr>
          <p:cNvSpPr>
            <a:spLocks xmlns:a="http://schemas.openxmlformats.org/drawingml/2006/main" noGrp="1"/>
          </p:cNvSpPr>
          <p:nvPr/>
        </p:nvSpPr>
        <p:spPr>
          <a:xfrm xmlns:a="http://schemas.openxmlformats.org/drawingml/2006/main">
            <a:off x="3476625" y="1857375"/>
            <a:ext cx="2190750" cy="742950"/>
          </a:xfrm>
          <a:prstGeom xmlns:a="http://schemas.openxmlformats.org/drawingml/2006/main" prst="roundRect">
            <a:avLst>
              <a:gd name="adj" fmla="val 19231"/>
            </a:avLst>
          </a:prstGeom>
          <a:solidFill xmlns:a="http://schemas.openxmlformats.org/drawingml/2006/main">
            <a:srgbClr val="EEF7FD"/>
          </a:solidFill>
          <a:ln xmlns:a="http://schemas.openxmlformats.org/drawingml/2006/main" w="14288">
            <a:solidFill>
              <a:srgbClr val="CDE5F5"/>
            </a:solidFill>
            <a:prstDash val="solid"/>
          </a:ln>
        </p:spPr>
      </p:sp>
      <p:sp>
        <p:nvSpPr>
          <p:cNvPr id="6" name="roundRect-204">
            <a:extLst xmlns:a="http://schemas.openxmlformats.org/drawingml/2006/main">
              <a:ext uri="{FF2B5EF4-FFF2-40B4-BE49-F238E27FC236}">
                <a16:creationId xmlns:a16="http://schemas.microsoft.com/office/drawing/2014/main" id="{89B0AB9C-30FA-447D-AC36-EDA421259C1E}"/>
              </a:ext>
            </a:extLst>
          </p:cNvPr>
          <p:cNvSpPr>
            <a:spLocks xmlns:a="http://schemas.openxmlformats.org/drawingml/2006/main" noGrp="1"/>
          </p:cNvSpPr>
          <p:nvPr/>
        </p:nvSpPr>
        <p:spPr>
          <a:xfrm xmlns:a="http://schemas.openxmlformats.org/drawingml/2006/main">
            <a:off x="3476625" y="4171950"/>
            <a:ext cx="2190750" cy="742950"/>
          </a:xfrm>
          <a:prstGeom xmlns:a="http://schemas.openxmlformats.org/drawingml/2006/main" prst="roundRect">
            <a:avLst>
              <a:gd name="adj" fmla="val 19231"/>
            </a:avLst>
          </a:prstGeom>
          <a:solidFill xmlns:a="http://schemas.openxmlformats.org/drawingml/2006/main">
            <a:srgbClr val="EEF7FD"/>
          </a:solidFill>
          <a:ln xmlns:a="http://schemas.openxmlformats.org/drawingml/2006/main" w="14288">
            <a:solidFill>
              <a:srgbClr val="CDE5F5"/>
            </a:solidFill>
            <a:prstDash val="solid"/>
          </a:ln>
        </p:spPr>
      </p:sp>
      <p:sp>
        <p:nvSpPr>
          <p:cNvPr id="7" name="roundRect-205">
            <a:extLst xmlns:a="http://schemas.openxmlformats.org/drawingml/2006/main">
              <a:ext uri="{FF2B5EF4-FFF2-40B4-BE49-F238E27FC236}">
                <a16:creationId xmlns:a16="http://schemas.microsoft.com/office/drawing/2014/main" id="{99E08CEE-A531-4096-8222-B1CFE87146B2}"/>
              </a:ext>
            </a:extLst>
          </p:cNvPr>
          <p:cNvSpPr>
            <a:spLocks xmlns:a="http://schemas.openxmlformats.org/drawingml/2006/main" noGrp="1"/>
          </p:cNvSpPr>
          <p:nvPr/>
        </p:nvSpPr>
        <p:spPr>
          <a:xfrm xmlns:a="http://schemas.openxmlformats.org/drawingml/2006/main">
            <a:off x="647700" y="4171950"/>
            <a:ext cx="2190750" cy="742950"/>
          </a:xfrm>
          <a:prstGeom xmlns:a="http://schemas.openxmlformats.org/drawingml/2006/main" prst="roundRect">
            <a:avLst>
              <a:gd name="adj" fmla="val 19231"/>
            </a:avLst>
          </a:prstGeom>
          <a:solidFill xmlns:a="http://schemas.openxmlformats.org/drawingml/2006/main">
            <a:srgbClr val="EEF7FD"/>
          </a:solidFill>
          <a:ln xmlns:a="http://schemas.openxmlformats.org/drawingml/2006/main" w="14288">
            <a:solidFill>
              <a:srgbClr val="CDE5F5"/>
            </a:solidFill>
            <a:prstDash val="solid"/>
          </a:ln>
        </p:spPr>
      </p:sp>
      <p:sp>
        <p:nvSpPr>
          <p:cNvPr id="8" name="textbox-206">
            <a:extLst xmlns:a="http://schemas.openxmlformats.org/drawingml/2006/main">
              <a:ext uri="{FF2B5EF4-FFF2-40B4-BE49-F238E27FC236}">
                <a16:creationId xmlns:a16="http://schemas.microsoft.com/office/drawing/2014/main" id="{366A68E8-F580-4055-BDE7-02DF1D21E580}"/>
              </a:ext>
            </a:extLst>
          </p:cNvPr>
          <p:cNvSpPr>
            <a:spLocks xmlns:a="http://schemas.openxmlformats.org/drawingml/2006/main" noGrp="1"/>
          </p:cNvSpPr>
          <p:nvPr/>
        </p:nvSpPr>
        <p:spPr>
          <a:xfrm xmlns:a="http://schemas.openxmlformats.org/drawingml/2006/main">
            <a:off x="838200" y="2047875"/>
            <a:ext cx="18669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335B"/>
                </a:solidFill>
                <a:latin typeface="Segoe UI"/>
                <a:ea typeface="Segoe UI"/>
                <a:cs typeface="Segoe UI"/>
              </a:defRPr>
            </a:pPr>
            <a:r>
              <a:rPr sz="1950" b="1">
                <a:solidFill>
                  <a:srgbClr val="00335B"/>
                </a:solidFill>
                <a:latin typeface="Segoe UI"/>
                <a:ea typeface="Segoe UI"/>
                <a:cs typeface="Segoe UI"/>
              </a:rPr>
              <a:t>1   GP visit</a:t>
            </a:r>
          </a:p>
        </p:txBody>
      </p:sp>
      <p:sp>
        <p:nvSpPr>
          <p:cNvPr id="9" name="textbox-207">
            <a:extLst xmlns:a="http://schemas.openxmlformats.org/drawingml/2006/main">
              <a:ext uri="{FF2B5EF4-FFF2-40B4-BE49-F238E27FC236}">
                <a16:creationId xmlns:a16="http://schemas.microsoft.com/office/drawing/2014/main" id="{410751FB-F833-4D46-ABF5-38DBD37AC1E2}"/>
              </a:ext>
            </a:extLst>
          </p:cNvPr>
          <p:cNvSpPr>
            <a:spLocks xmlns:a="http://schemas.openxmlformats.org/drawingml/2006/main" noGrp="1"/>
          </p:cNvSpPr>
          <p:nvPr/>
        </p:nvSpPr>
        <p:spPr>
          <a:xfrm xmlns:a="http://schemas.openxmlformats.org/drawingml/2006/main">
            <a:off x="3638550" y="205740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335B"/>
                </a:solidFill>
                <a:latin typeface="Segoe UI"/>
                <a:ea typeface="Segoe UI"/>
                <a:cs typeface="Segoe UI"/>
              </a:defRPr>
            </a:pPr>
            <a:r>
              <a:rPr sz="1725" b="1">
                <a:solidFill>
                  <a:srgbClr val="00335B"/>
                </a:solidFill>
                <a:latin typeface="Segoe UI"/>
                <a:ea typeface="Segoe UI"/>
                <a:cs typeface="Segoe UI"/>
              </a:rPr>
              <a:t>2   Care accessed?</a:t>
            </a:r>
          </a:p>
        </p:txBody>
      </p:sp>
      <p:sp>
        <p:nvSpPr>
          <p:cNvPr id="10" name="textbox-208">
            <a:extLst xmlns:a="http://schemas.openxmlformats.org/drawingml/2006/main">
              <a:ext uri="{FF2B5EF4-FFF2-40B4-BE49-F238E27FC236}">
                <a16:creationId xmlns:a16="http://schemas.microsoft.com/office/drawing/2014/main" id="{948E108C-088D-47F7-95FB-D7137FCC276C}"/>
              </a:ext>
            </a:extLst>
          </p:cNvPr>
          <p:cNvSpPr>
            <a:spLocks xmlns:a="http://schemas.openxmlformats.org/drawingml/2006/main" noGrp="1"/>
          </p:cNvSpPr>
          <p:nvPr/>
        </p:nvSpPr>
        <p:spPr>
          <a:xfrm xmlns:a="http://schemas.openxmlformats.org/drawingml/2006/main">
            <a:off x="3667125" y="4343400"/>
            <a:ext cx="1895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335B"/>
                </a:solidFill>
                <a:latin typeface="Segoe UI"/>
                <a:ea typeface="Segoe UI"/>
                <a:cs typeface="Segoe UI"/>
              </a:defRPr>
            </a:pPr>
            <a:r>
              <a:rPr sz="1875" b="1">
                <a:solidFill>
                  <a:srgbClr val="00335B"/>
                </a:solidFill>
                <a:latin typeface="Segoe UI"/>
                <a:ea typeface="Segoe UI"/>
                <a:cs typeface="Segoe UI"/>
              </a:rPr>
              <a:t>3   Outcome</a:t>
            </a:r>
          </a:p>
        </p:txBody>
      </p:sp>
      <p:sp>
        <p:nvSpPr>
          <p:cNvPr id="11" name="textbox-209">
            <a:extLst xmlns:a="http://schemas.openxmlformats.org/drawingml/2006/main">
              <a:ext uri="{FF2B5EF4-FFF2-40B4-BE49-F238E27FC236}">
                <a16:creationId xmlns:a16="http://schemas.microsoft.com/office/drawing/2014/main" id="{D4913F19-CD9B-4888-B5F1-6AAA5F7AFEE1}"/>
              </a:ext>
            </a:extLst>
          </p:cNvPr>
          <p:cNvSpPr>
            <a:spLocks xmlns:a="http://schemas.openxmlformats.org/drawingml/2006/main" noGrp="1"/>
          </p:cNvSpPr>
          <p:nvPr/>
        </p:nvSpPr>
        <p:spPr>
          <a:xfrm xmlns:a="http://schemas.openxmlformats.org/drawingml/2006/main">
            <a:off x="819150" y="4343400"/>
            <a:ext cx="19335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335B"/>
                </a:solidFill>
                <a:latin typeface="Segoe UI"/>
                <a:ea typeface="Segoe UI"/>
                <a:cs typeface="Segoe UI"/>
              </a:defRPr>
            </a:pPr>
            <a:r>
              <a:rPr sz="1800" b="1">
                <a:solidFill>
                  <a:srgbClr val="00335B"/>
                </a:solidFill>
                <a:latin typeface="Segoe UI"/>
                <a:ea typeface="Segoe UI"/>
                <a:cs typeface="Segoe UI"/>
              </a:rPr>
              <a:t>4   Next support</a:t>
            </a:r>
          </a:p>
        </p:txBody>
      </p:sp>
      <p:cxnSp>
        <p:nvCxnSpPr>
          <p:cNvPr id="71" name=""/>
          <p:cNvCxnSpPr>
            <a:stCxn xmlns:a="http://schemas.openxmlformats.org/drawingml/2006/main" id="4" idx="3"/>
            <a:endCxn xmlns:a="http://schemas.openxmlformats.org/drawingml/2006/main" id="5" idx="1"/>
          </p:cNvCxnSpPr>
          <p:nvPr/>
        </p:nvCxnSpPr>
        <p:spPr>
          <a:xfrm xmlns:a="http://schemas.openxmlformats.org/drawingml/2006/main">
            <a:off x="2838450" y="2228850"/>
            <a:ext cx="638175" cy="0"/>
          </a:xfrm>
          <a:prstGeom xmlns:a="http://schemas.openxmlformats.org/drawingml/2006/main" prst="straightConnector1">
            <a:avLst/>
          </a:prstGeom>
          <a:ln xmlns:a="http://schemas.openxmlformats.org/drawingml/2006/main" w="19050">
            <a:solidFill>
              <a:srgbClr val="0079C8"/>
            </a:solidFill>
            <a:prstDash val="solid"/>
            <a:tailEnd type="triangle" w="sm" len="sm"/>
          </a:ln>
        </p:spPr>
      </p:cxnSp>
      <p:cxnSp>
        <p:nvCxnSpPr>
          <p:cNvPr id="72" name=""/>
          <p:cNvCxnSpPr>
            <a:stCxn xmlns:a="http://schemas.openxmlformats.org/drawingml/2006/main" id="5" idx="2"/>
            <a:endCxn xmlns:a="http://schemas.openxmlformats.org/drawingml/2006/main" id="6" idx="0"/>
          </p:cNvCxnSpPr>
          <p:nvPr/>
        </p:nvCxnSpPr>
        <p:spPr>
          <a:xfrm xmlns:a="http://schemas.openxmlformats.org/drawingml/2006/main">
            <a:off x="4572000" y="2600325"/>
            <a:ext cx="0" cy="1571625"/>
          </a:xfrm>
          <a:prstGeom xmlns:a="http://schemas.openxmlformats.org/drawingml/2006/main" prst="straightConnector1">
            <a:avLst/>
          </a:prstGeom>
          <a:ln xmlns:a="http://schemas.openxmlformats.org/drawingml/2006/main" w="19050">
            <a:solidFill>
              <a:srgbClr val="0079C8"/>
            </a:solidFill>
            <a:prstDash val="solid"/>
            <a:tailEnd type="triangle" w="sm" len="sm"/>
          </a:ln>
        </p:spPr>
      </p:cxnSp>
      <p:cxnSp>
        <p:nvCxnSpPr>
          <p:cNvPr id="73" name=""/>
          <p:cNvCxnSpPr>
            <a:stCxn xmlns:a="http://schemas.openxmlformats.org/drawingml/2006/main" id="6" idx="1"/>
            <a:endCxn xmlns:a="http://schemas.openxmlformats.org/drawingml/2006/main" id="7" idx="3"/>
          </p:cNvCxnSpPr>
          <p:nvPr/>
        </p:nvCxnSpPr>
        <p:spPr>
          <a:xfrm xmlns:a="http://schemas.openxmlformats.org/drawingml/2006/main" flipH="1">
            <a:off x="2838450" y="4543425"/>
            <a:ext cx="638175" cy="0"/>
          </a:xfrm>
          <a:prstGeom xmlns:a="http://schemas.openxmlformats.org/drawingml/2006/main" prst="straightConnector1">
            <a:avLst/>
          </a:prstGeom>
          <a:ln xmlns:a="http://schemas.openxmlformats.org/drawingml/2006/main" w="19050">
            <a:solidFill>
              <a:srgbClr val="0079C8"/>
            </a:solidFill>
            <a:prstDash val="solid"/>
            <a:tailEnd type="triangle" w="sm" len="sm"/>
          </a:ln>
        </p:spPr>
      </p:cxnSp>
      <p:cxnSp>
        <p:nvCxnSpPr>
          <p:cNvPr id="74" name=""/>
          <p:cNvCxnSpPr>
            <a:stCxn xmlns:a="http://schemas.openxmlformats.org/drawingml/2006/main" id="7" idx="0"/>
            <a:endCxn xmlns:a="http://schemas.openxmlformats.org/drawingml/2006/main" id="4" idx="2"/>
          </p:cNvCxnSpPr>
          <p:nvPr/>
        </p:nvCxnSpPr>
        <p:spPr>
          <a:xfrm xmlns:a="http://schemas.openxmlformats.org/drawingml/2006/main" flipV="1">
            <a:off x="1743075" y="2600325"/>
            <a:ext cx="0" cy="1571625"/>
          </a:xfrm>
          <a:prstGeom xmlns:a="http://schemas.openxmlformats.org/drawingml/2006/main" prst="straightConnector1">
            <a:avLst/>
          </a:prstGeom>
          <a:ln xmlns:a="http://schemas.openxmlformats.org/drawingml/2006/main" w="19050">
            <a:solidFill>
              <a:srgbClr val="0079C8"/>
            </a:solidFill>
            <a:prstDash val="solid"/>
            <a:tailEnd type="triangle" w="sm" len="sm"/>
          </a:ln>
        </p:spPr>
      </p:cxn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23c53c821eff4326"/>
          <a:stretch xmlns:a="http://schemas.openxmlformats.org/drawingml/2006/main"/>
        </p:blipFill>
        <p:spPr>
          <a:xfrm xmlns:a="http://schemas.openxmlformats.org/drawingml/2006/main">
            <a:off x="2471738" y="2657475"/>
            <a:ext cx="1371600" cy="1371600"/>
          </a:xfrm>
          <a:prstGeom xmlns:a="http://schemas.openxmlformats.org/drawingml/2006/main" prst="rect">
            <a:avLst/>
          </a:prstGeom>
        </p:spPr>
      </p:pic>
      <p:sp>
        <p:nvSpPr>
          <p:cNvPr id="17" name="textbox-210">
            <a:extLst xmlns:a="http://schemas.openxmlformats.org/drawingml/2006/main">
              <a:ext uri="{FF2B5EF4-FFF2-40B4-BE49-F238E27FC236}">
                <a16:creationId xmlns:a16="http://schemas.microsoft.com/office/drawing/2014/main" id="{D5E244B0-5BBE-4FB5-891B-9BEC772D4894}"/>
              </a:ext>
            </a:extLst>
          </p:cNvPr>
          <p:cNvSpPr>
            <a:spLocks xmlns:a="http://schemas.openxmlformats.org/drawingml/2006/main" noGrp="1"/>
          </p:cNvSpPr>
          <p:nvPr/>
        </p:nvSpPr>
        <p:spPr>
          <a:xfrm xmlns:a="http://schemas.openxmlformats.org/drawingml/2006/main">
            <a:off x="1133475" y="5143500"/>
            <a:ext cx="41243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00335B"/>
                </a:solidFill>
                <a:latin typeface="Segoe UI"/>
                <a:ea typeface="Segoe UI"/>
                <a:cs typeface="Segoe UI"/>
              </a:defRPr>
            </a:pPr>
            <a:r>
              <a:rPr sz="2025" b="1">
                <a:solidFill>
                  <a:srgbClr val="00335B"/>
                </a:solidFill>
                <a:latin typeface="Segoe UI"/>
                <a:ea typeface="Segoe UI"/>
                <a:cs typeface="Segoe UI"/>
              </a:rPr>
              <a:t>Bianca’s knee journey</a:t>
            </a:r>
          </a:p>
        </p:txBody>
      </p:sp>
      <p:sp>
        <p:nvSpPr>
          <p:cNvPr id="18" name="roundRect-211">
            <a:extLst xmlns:a="http://schemas.openxmlformats.org/drawingml/2006/main">
              <a:ext uri="{FF2B5EF4-FFF2-40B4-BE49-F238E27FC236}">
                <a16:creationId xmlns:a16="http://schemas.microsoft.com/office/drawing/2014/main" id="{5BBE1309-6D7D-4274-A465-89D7C4E55CE7}"/>
              </a:ext>
            </a:extLst>
          </p:cNvPr>
          <p:cNvSpPr>
            <a:spLocks xmlns:a="http://schemas.openxmlformats.org/drawingml/2006/main" noGrp="1"/>
          </p:cNvSpPr>
          <p:nvPr/>
        </p:nvSpPr>
        <p:spPr>
          <a:xfrm xmlns:a="http://schemas.openxmlformats.org/drawingml/2006/main">
            <a:off x="6391275" y="1752600"/>
            <a:ext cx="5181600" cy="3695700"/>
          </a:xfrm>
          <a:prstGeom xmlns:a="http://schemas.openxmlformats.org/drawingml/2006/main" prst="roundRect">
            <a:avLst>
              <a:gd name="adj" fmla="val 5928"/>
            </a:avLst>
          </a:prstGeom>
          <a:solidFill xmlns:a="http://schemas.openxmlformats.org/drawingml/2006/main">
            <a:srgbClr val="EEF7FD"/>
          </a:solidFill>
          <a:ln xmlns:a="http://schemas.openxmlformats.org/drawingml/2006/main" w="0">
            <a:noFill/>
            <a:prstDash val="solid"/>
          </a:ln>
        </p:spPr>
      </p:sp>
      <p:sp>
        <p:nvSpPr>
          <p:cNvPr id="19" name="textbox-212">
            <a:extLst xmlns:a="http://schemas.openxmlformats.org/drawingml/2006/main">
              <a:ext uri="{FF2B5EF4-FFF2-40B4-BE49-F238E27FC236}">
                <a16:creationId xmlns:a16="http://schemas.microsoft.com/office/drawing/2014/main" id="{087768EF-5967-4E08-8A66-986D4FF13362}"/>
              </a:ext>
            </a:extLst>
          </p:cNvPr>
          <p:cNvSpPr>
            <a:spLocks xmlns:a="http://schemas.openxmlformats.org/drawingml/2006/main" noGrp="1"/>
          </p:cNvSpPr>
          <p:nvPr/>
        </p:nvSpPr>
        <p:spPr>
          <a:xfrm xmlns:a="http://schemas.openxmlformats.org/drawingml/2006/main">
            <a:off x="6677025" y="1971675"/>
            <a:ext cx="459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079C8"/>
                </a:solidFill>
                <a:latin typeface="Segoe UI"/>
                <a:ea typeface="Segoe UI"/>
                <a:cs typeface="Segoe UI"/>
              </a:defRPr>
            </a:pPr>
            <a:r>
              <a:rPr sz="1650" b="1">
                <a:solidFill>
                  <a:srgbClr val="0079C8"/>
                </a:solidFill>
                <a:latin typeface="Segoe UI"/>
                <a:ea typeface="Segoe UI"/>
                <a:cs typeface="Segoe UI"/>
              </a:rPr>
              <a:t>A week later, with permission</a:t>
            </a:r>
          </a:p>
        </p:txBody>
      </p:sp>
      <p:sp>
        <p:nvSpPr>
          <p:cNvPr id="20" name="textbox-213">
            <a:extLst xmlns:a="http://schemas.openxmlformats.org/drawingml/2006/main">
              <a:ext uri="{FF2B5EF4-FFF2-40B4-BE49-F238E27FC236}">
                <a16:creationId xmlns:a16="http://schemas.microsoft.com/office/drawing/2014/main" id="{E2CF00D6-15EB-443A-891C-9FC92BE4CA7C}"/>
              </a:ext>
            </a:extLst>
          </p:cNvPr>
          <p:cNvSpPr>
            <a:spLocks xmlns:a="http://schemas.openxmlformats.org/drawingml/2006/main" noGrp="1"/>
          </p:cNvSpPr>
          <p:nvPr/>
        </p:nvSpPr>
        <p:spPr>
          <a:xfrm xmlns:a="http://schemas.openxmlformats.org/drawingml/2006/main">
            <a:off x="6677025" y="2419350"/>
            <a:ext cx="459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0335B"/>
                </a:solidFill>
                <a:latin typeface="Segoe UI"/>
                <a:ea typeface="Segoe UI"/>
                <a:cs typeface="Segoe UI"/>
              </a:defRPr>
            </a:pPr>
            <a:r>
              <a:rPr sz="2700" b="1">
                <a:solidFill>
                  <a:srgbClr val="00335B"/>
                </a:solidFill>
                <a:latin typeface="Segoe UI"/>
                <a:ea typeface="Segoe UI"/>
                <a:cs typeface="Segoe UI"/>
              </a:rPr>
              <a:t>How is your knee?</a:t>
            </a:r>
          </a:p>
        </p:txBody>
      </p:sp>
      <p:sp>
        <p:nvSpPr>
          <p:cNvPr id="21" name="roundRect-214">
            <a:extLst xmlns:a="http://schemas.openxmlformats.org/drawingml/2006/main">
              <a:ext uri="{FF2B5EF4-FFF2-40B4-BE49-F238E27FC236}">
                <a16:creationId xmlns:a16="http://schemas.microsoft.com/office/drawing/2014/main" id="{2E62F90D-C94A-418C-9503-C06CCE8F3D8C}"/>
              </a:ext>
            </a:extLst>
          </p:cNvPr>
          <p:cNvSpPr>
            <a:spLocks xmlns:a="http://schemas.openxmlformats.org/drawingml/2006/main" noGrp="1"/>
          </p:cNvSpPr>
          <p:nvPr/>
        </p:nvSpPr>
        <p:spPr>
          <a:xfrm xmlns:a="http://schemas.openxmlformats.org/drawingml/2006/main">
            <a:off x="6667500" y="3095625"/>
            <a:ext cx="1323975"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14288">
            <a:solidFill>
              <a:srgbClr val="CDE5F5"/>
            </a:solidFill>
            <a:prstDash val="solid"/>
          </a:ln>
        </p:spPr>
      </p:sp>
      <p:sp>
        <p:nvSpPr>
          <p:cNvPr id="22" name="textbox-215">
            <a:extLst xmlns:a="http://schemas.openxmlformats.org/drawingml/2006/main">
              <a:ext uri="{FF2B5EF4-FFF2-40B4-BE49-F238E27FC236}">
                <a16:creationId xmlns:a16="http://schemas.microsoft.com/office/drawing/2014/main" id="{E5EFFFFA-0548-4203-B048-28FD76DBB248}"/>
              </a:ext>
            </a:extLst>
          </p:cNvPr>
          <p:cNvSpPr>
            <a:spLocks xmlns:a="http://schemas.openxmlformats.org/drawingml/2006/main" noGrp="1"/>
          </p:cNvSpPr>
          <p:nvPr/>
        </p:nvSpPr>
        <p:spPr>
          <a:xfrm xmlns:a="http://schemas.openxmlformats.org/drawingml/2006/main">
            <a:off x="6696075" y="3171825"/>
            <a:ext cx="12668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526F85"/>
                </a:solidFill>
                <a:latin typeface="Segoe UI"/>
                <a:ea typeface="Segoe UI"/>
                <a:cs typeface="Segoe UI"/>
              </a:defRPr>
            </a:pPr>
            <a:r>
              <a:rPr sz="1800" b="0">
                <a:solidFill>
                  <a:srgbClr val="526F85"/>
                </a:solidFill>
                <a:latin typeface="Segoe UI"/>
                <a:ea typeface="Segoe UI"/>
                <a:cs typeface="Segoe UI"/>
              </a:rPr>
              <a:t>Better</a:t>
            </a:r>
          </a:p>
        </p:txBody>
      </p:sp>
      <p:sp>
        <p:nvSpPr>
          <p:cNvPr id="23" name="roundRect-216">
            <a:extLst xmlns:a="http://schemas.openxmlformats.org/drawingml/2006/main">
              <a:ext uri="{FF2B5EF4-FFF2-40B4-BE49-F238E27FC236}">
                <a16:creationId xmlns:a16="http://schemas.microsoft.com/office/drawing/2014/main" id="{5B36F711-2FB5-4A33-B529-7119000B9FAD}"/>
              </a:ext>
            </a:extLst>
          </p:cNvPr>
          <p:cNvSpPr>
            <a:spLocks xmlns:a="http://schemas.openxmlformats.org/drawingml/2006/main" noGrp="1"/>
          </p:cNvSpPr>
          <p:nvPr/>
        </p:nvSpPr>
        <p:spPr>
          <a:xfrm xmlns:a="http://schemas.openxmlformats.org/drawingml/2006/main">
            <a:off x="8162925" y="3095625"/>
            <a:ext cx="1323975" cy="457200"/>
          </a:xfrm>
          <a:prstGeom xmlns:a="http://schemas.openxmlformats.org/drawingml/2006/main" prst="roundRect">
            <a:avLst>
              <a:gd name="adj" fmla="val 25000"/>
            </a:avLst>
          </a:prstGeom>
          <a:solidFill xmlns:a="http://schemas.openxmlformats.org/drawingml/2006/main">
            <a:srgbClr val="0079C8"/>
          </a:solidFill>
          <a:ln xmlns:a="http://schemas.openxmlformats.org/drawingml/2006/main" w="0">
            <a:noFill/>
            <a:prstDash val="solid"/>
          </a:ln>
        </p:spPr>
      </p:sp>
      <p:sp>
        <p:nvSpPr>
          <p:cNvPr id="24" name="textbox-217">
            <a:extLst xmlns:a="http://schemas.openxmlformats.org/drawingml/2006/main">
              <a:ext uri="{FF2B5EF4-FFF2-40B4-BE49-F238E27FC236}">
                <a16:creationId xmlns:a16="http://schemas.microsoft.com/office/drawing/2014/main" id="{15817097-054F-4A20-90A4-191E3B9341E7}"/>
              </a:ext>
            </a:extLst>
          </p:cNvPr>
          <p:cNvSpPr>
            <a:spLocks xmlns:a="http://schemas.openxmlformats.org/drawingml/2006/main" noGrp="1"/>
          </p:cNvSpPr>
          <p:nvPr/>
        </p:nvSpPr>
        <p:spPr>
          <a:xfrm xmlns:a="http://schemas.openxmlformats.org/drawingml/2006/main">
            <a:off x="8191500" y="3171825"/>
            <a:ext cx="12668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FFFFFF"/>
                </a:solidFill>
                <a:latin typeface="Segoe UI"/>
                <a:ea typeface="Segoe UI"/>
                <a:cs typeface="Segoe UI"/>
              </a:defRPr>
            </a:pPr>
            <a:r>
              <a:rPr sz="1800" b="1">
                <a:solidFill>
                  <a:srgbClr val="FFFFFF"/>
                </a:solidFill>
                <a:latin typeface="Segoe UI"/>
                <a:ea typeface="Segoe UI"/>
                <a:cs typeface="Segoe UI"/>
              </a:rPr>
              <a:t>Same</a:t>
            </a:r>
          </a:p>
        </p:txBody>
      </p:sp>
      <p:sp>
        <p:nvSpPr>
          <p:cNvPr id="25" name="roundRect-218">
            <a:extLst xmlns:a="http://schemas.openxmlformats.org/drawingml/2006/main">
              <a:ext uri="{FF2B5EF4-FFF2-40B4-BE49-F238E27FC236}">
                <a16:creationId xmlns:a16="http://schemas.microsoft.com/office/drawing/2014/main" id="{55245903-F661-4388-ACDF-EBCCC35CBF87}"/>
              </a:ext>
            </a:extLst>
          </p:cNvPr>
          <p:cNvSpPr>
            <a:spLocks xmlns:a="http://schemas.openxmlformats.org/drawingml/2006/main" noGrp="1"/>
          </p:cNvSpPr>
          <p:nvPr/>
        </p:nvSpPr>
        <p:spPr>
          <a:xfrm xmlns:a="http://schemas.openxmlformats.org/drawingml/2006/main">
            <a:off x="9658350" y="3095625"/>
            <a:ext cx="1323975"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14288">
            <a:solidFill>
              <a:srgbClr val="CDE5F5"/>
            </a:solidFill>
            <a:prstDash val="solid"/>
          </a:ln>
        </p:spPr>
      </p:sp>
      <p:sp>
        <p:nvSpPr>
          <p:cNvPr id="26" name="textbox-219">
            <a:extLst xmlns:a="http://schemas.openxmlformats.org/drawingml/2006/main">
              <a:ext uri="{FF2B5EF4-FFF2-40B4-BE49-F238E27FC236}">
                <a16:creationId xmlns:a16="http://schemas.microsoft.com/office/drawing/2014/main" id="{FB1D2ADC-5C3B-435F-B574-60B37061CE35}"/>
              </a:ext>
            </a:extLst>
          </p:cNvPr>
          <p:cNvSpPr>
            <a:spLocks xmlns:a="http://schemas.openxmlformats.org/drawingml/2006/main" noGrp="1"/>
          </p:cNvSpPr>
          <p:nvPr/>
        </p:nvSpPr>
        <p:spPr>
          <a:xfrm xmlns:a="http://schemas.openxmlformats.org/drawingml/2006/main">
            <a:off x="9686925" y="3171825"/>
            <a:ext cx="12668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526F85"/>
                </a:solidFill>
                <a:latin typeface="Segoe UI"/>
                <a:ea typeface="Segoe UI"/>
                <a:cs typeface="Segoe UI"/>
              </a:defRPr>
            </a:pPr>
            <a:r>
              <a:rPr sz="1800" b="0">
                <a:solidFill>
                  <a:srgbClr val="526F85"/>
                </a:solidFill>
                <a:latin typeface="Segoe UI"/>
                <a:ea typeface="Segoe UI"/>
                <a:cs typeface="Segoe UI"/>
              </a:rPr>
              <a:t>Worse</a:t>
            </a:r>
          </a:p>
        </p:txBody>
      </p:sp>
      <p:sp>
        <p:nvSpPr>
          <p:cNvPr id="27" name="textbox-220">
            <a:extLst xmlns:a="http://schemas.openxmlformats.org/drawingml/2006/main">
              <a:ext uri="{FF2B5EF4-FFF2-40B4-BE49-F238E27FC236}">
                <a16:creationId xmlns:a16="http://schemas.microsoft.com/office/drawing/2014/main" id="{E2F42219-032D-415C-BE8F-D2BC2A3372AB}"/>
              </a:ext>
            </a:extLst>
          </p:cNvPr>
          <p:cNvSpPr>
            <a:spLocks xmlns:a="http://schemas.openxmlformats.org/drawingml/2006/main" noGrp="1"/>
          </p:cNvSpPr>
          <p:nvPr/>
        </p:nvSpPr>
        <p:spPr>
          <a:xfrm xmlns:a="http://schemas.openxmlformats.org/drawingml/2006/main">
            <a:off x="6677025" y="3838575"/>
            <a:ext cx="4600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335B"/>
                </a:solidFill>
                <a:latin typeface="Segoe UI"/>
                <a:ea typeface="Segoe UI"/>
                <a:cs typeface="Segoe UI"/>
              </a:defRPr>
            </a:pPr>
            <a:r>
              <a:rPr sz="2100" b="1">
                <a:solidFill>
                  <a:srgbClr val="00335B"/>
                </a:solidFill>
                <a:latin typeface="Segoe UI"/>
                <a:ea typeface="Segoe UI"/>
                <a:cs typeface="Segoe UI"/>
              </a:rPr>
              <a:t>Help with the next step</a:t>
            </a:r>
          </a:p>
        </p:txBody>
      </p:sp>
      <p:sp>
        <p:nvSpPr>
          <p:cNvPr id="28" name="textbox-221">
            <a:extLst xmlns:a="http://schemas.openxmlformats.org/drawingml/2006/main">
              <a:ext uri="{FF2B5EF4-FFF2-40B4-BE49-F238E27FC236}">
                <a16:creationId xmlns:a16="http://schemas.microsoft.com/office/drawing/2014/main" id="{2C00A67C-C38E-4809-98C1-1D11B4085C44}"/>
              </a:ext>
            </a:extLst>
          </p:cNvPr>
          <p:cNvSpPr>
            <a:spLocks xmlns:a="http://schemas.openxmlformats.org/drawingml/2006/main" noGrp="1"/>
          </p:cNvSpPr>
          <p:nvPr/>
        </p:nvSpPr>
        <p:spPr>
          <a:xfrm xmlns:a="http://schemas.openxmlformats.org/drawingml/2006/main">
            <a:off x="6677025" y="4257675"/>
            <a:ext cx="46005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C56"/>
                </a:solidFill>
                <a:latin typeface="Segoe UI"/>
                <a:ea typeface="Segoe UI"/>
                <a:cs typeface="Segoe UI"/>
              </a:defRPr>
            </a:pPr>
            <a:r>
              <a:rPr sz="1875" b="0">
                <a:solidFill>
                  <a:srgbClr val="173C56"/>
                </a:solidFill>
                <a:latin typeface="Segoe UI"/>
                <a:ea typeface="Segoe UI"/>
                <a:cs typeface="Segoe UI"/>
              </a:rPr>
              <a:t>Return to her doctor or arrange</a:t>
            </a:r>
          </a:p>
          <a:p xmlns:a="http://schemas.openxmlformats.org/drawingml/2006/main">
            <a:pPr algn="l">
              <a:defRPr sz="1875" b="0">
                <a:solidFill>
                  <a:srgbClr val="173C56"/>
                </a:solidFill>
                <a:latin typeface="Segoe UI"/>
                <a:ea typeface="Segoe UI"/>
                <a:cs typeface="Segoe UI"/>
              </a:defRPr>
            </a:pPr>
            <a:r>
              <a:rPr sz="1875" b="0">
                <a:solidFill>
                  <a:srgbClr val="173C56"/>
                </a:solidFill>
                <a:latin typeface="Segoe UI"/>
                <a:ea typeface="Segoe UI"/>
                <a:cs typeface="Segoe UI"/>
              </a:rPr>
              <a:t>appropriate follow-up support.</a:t>
            </a:r>
          </a:p>
        </p:txBody>
      </p:sp>
      <p:sp>
        <p:nvSpPr>
          <p:cNvPr id="29" name="textbox-222">
            <a:extLst xmlns:a="http://schemas.openxmlformats.org/drawingml/2006/main">
              <a:ext uri="{FF2B5EF4-FFF2-40B4-BE49-F238E27FC236}">
                <a16:creationId xmlns:a16="http://schemas.microsoft.com/office/drawing/2014/main" id="{B1484BC9-5816-4CFB-87D4-515774962AD4}"/>
              </a:ext>
            </a:extLst>
          </p:cNvPr>
          <p:cNvSpPr>
            <a:spLocks xmlns:a="http://schemas.openxmlformats.org/drawingml/2006/main" noGrp="1"/>
          </p:cNvSpPr>
          <p:nvPr/>
        </p:nvSpPr>
        <p:spPr>
          <a:xfrm xmlns:a="http://schemas.openxmlformats.org/drawingml/2006/main">
            <a:off x="6677025" y="5133975"/>
            <a:ext cx="4591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F85"/>
                </a:solidFill>
                <a:latin typeface="Segoe UI"/>
                <a:ea typeface="Segoe UI"/>
                <a:cs typeface="Segoe UI"/>
              </a:defRPr>
            </a:pPr>
            <a:r>
              <a:rPr sz="1275" b="0">
                <a:solidFill>
                  <a:srgbClr val="526F85"/>
                </a:solidFill>
                <a:latin typeface="Segoe UI"/>
                <a:ea typeface="Segoe UI"/>
                <a:cs typeface="Segoe UI"/>
              </a:rPr>
              <a:t>Specialist care only with clinical referral</a:t>
            </a:r>
          </a:p>
        </p:txBody>
      </p:sp>
      <p:sp>
        <p:nvSpPr>
          <p:cNvPr id="30" name="textbox-223">
            <a:extLst xmlns:a="http://schemas.openxmlformats.org/drawingml/2006/main">
              <a:ext uri="{FF2B5EF4-FFF2-40B4-BE49-F238E27FC236}">
                <a16:creationId xmlns:a16="http://schemas.microsoft.com/office/drawing/2014/main" id="{86087A7D-8A40-4617-B480-BD31F2FF2F62}"/>
              </a:ext>
            </a:extLst>
          </p:cNvPr>
          <p:cNvSpPr>
            <a:spLocks xmlns:a="http://schemas.openxmlformats.org/drawingml/2006/main" noGrp="1"/>
          </p:cNvSpPr>
          <p:nvPr/>
        </p:nvSpPr>
        <p:spPr>
          <a:xfrm xmlns:a="http://schemas.openxmlformats.org/drawingml/2006/main">
            <a:off x="647700" y="5619750"/>
            <a:ext cx="5257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26F85"/>
                </a:solidFill>
                <a:latin typeface="Segoe UI"/>
                <a:ea typeface="Segoe UI"/>
                <a:cs typeface="Segoe UI"/>
              </a:defRPr>
            </a:pPr>
            <a:r>
              <a:rPr sz="1425" b="0">
                <a:solidFill>
                  <a:srgbClr val="526F85"/>
                </a:solidFill>
                <a:latin typeface="Segoe UI"/>
                <a:ea typeface="Segoe UI"/>
                <a:cs typeface="Segoe UI"/>
              </a:rPr>
              <a:t>Health outcome: mobility and recovery</a:t>
            </a:r>
          </a:p>
        </p:txBody>
      </p:sp>
      <p:sp>
        <p:nvSpPr>
          <p:cNvPr id="31" name="textbox-224">
            <a:extLst xmlns:a="http://schemas.openxmlformats.org/drawingml/2006/main">
              <a:ext uri="{FF2B5EF4-FFF2-40B4-BE49-F238E27FC236}">
                <a16:creationId xmlns:a16="http://schemas.microsoft.com/office/drawing/2014/main" id="{FD990FA0-602E-4C4E-9A61-F76DF78B85B6}"/>
              </a:ext>
            </a:extLst>
          </p:cNvPr>
          <p:cNvSpPr>
            <a:spLocks xmlns:a="http://schemas.openxmlformats.org/drawingml/2006/main" noGrp="1"/>
          </p:cNvSpPr>
          <p:nvPr/>
        </p:nvSpPr>
        <p:spPr>
          <a:xfrm xmlns:a="http://schemas.openxmlformats.org/drawingml/2006/main">
            <a:off x="6400800" y="5619750"/>
            <a:ext cx="5257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26F85"/>
                </a:solidFill>
                <a:latin typeface="Segoe UI"/>
                <a:ea typeface="Segoe UI"/>
                <a:cs typeface="Segoe UI"/>
              </a:defRPr>
            </a:pPr>
            <a:r>
              <a:rPr sz="1425" b="0">
                <a:solidFill>
                  <a:srgbClr val="526F85"/>
                </a:solidFill>
                <a:latin typeface="Segoe UI"/>
                <a:ea typeface="Segoe UI"/>
                <a:cs typeface="Segoe UI"/>
              </a:rPr>
              <a:t>Service experience: booking and communication</a:t>
            </a:r>
          </a:p>
        </p:txBody>
      </p:sp>
      <p:sp>
        <p:nvSpPr>
          <p:cNvPr id="32" name="rect-225">
            <a:extLst xmlns:a="http://schemas.openxmlformats.org/drawingml/2006/main">
              <a:ext uri="{FF2B5EF4-FFF2-40B4-BE49-F238E27FC236}">
                <a16:creationId xmlns:a16="http://schemas.microsoft.com/office/drawing/2014/main" id="{0B0A665C-BFF5-4575-A2F3-0905613A1D25}"/>
              </a:ext>
            </a:extLst>
          </p:cNvPr>
          <p:cNvSpPr>
            <a:spLocks xmlns:a="http://schemas.openxmlformats.org/drawingml/2006/main" noGrp="1"/>
          </p:cNvSpPr>
          <p:nvPr/>
        </p:nvSpPr>
        <p:spPr>
          <a:xfrm xmlns:a="http://schemas.openxmlformats.org/drawingml/2006/main">
            <a:off x="0" y="6096000"/>
            <a:ext cx="12192000" cy="762000"/>
          </a:xfrm>
          <a:prstGeom xmlns:a="http://schemas.openxmlformats.org/drawingml/2006/main" prst="rect">
            <a:avLst/>
          </a:prstGeom>
          <a:solidFill xmlns:a="http://schemas.openxmlformats.org/drawingml/2006/main">
            <a:srgbClr val="EEF7FD"/>
          </a:solidFill>
          <a:ln xmlns:a="http://schemas.openxmlformats.org/drawingml/2006/main" w="0">
            <a:noFill/>
            <a:prstDash val="solid"/>
          </a:ln>
        </p:spPr>
      </p:sp>
      <p:sp>
        <p:nvSpPr>
          <p:cNvPr id="33" name="line-226">
            <a:extLst xmlns:a="http://schemas.openxmlformats.org/drawingml/2006/main">
              <a:ext uri="{FF2B5EF4-FFF2-40B4-BE49-F238E27FC236}">
                <a16:creationId xmlns:a16="http://schemas.microsoft.com/office/drawing/2014/main" id="{D4DE4D09-87F3-4B23-9D2C-8654094E7DAA}"/>
              </a:ext>
            </a:extLst>
          </p:cNvPr>
          <p:cNvSpPr>
            <a:spLocks xmlns:a="http://schemas.openxmlformats.org/drawingml/2006/main" noGrp="1"/>
          </p:cNvSpPr>
          <p:nvPr/>
        </p:nvSpPr>
        <p:spPr>
          <a:xfrm xmlns:a="http://schemas.openxmlformats.org/drawingml/2006/main">
            <a:off x="1028700" y="6315075"/>
            <a:ext cx="1685925" cy="0"/>
          </a:xfrm>
          <a:prstGeom xmlns:a="http://schemas.openxmlformats.org/drawingml/2006/main" prst="line">
            <a:avLst/>
          </a:prstGeom>
          <a:noFill xmlns:a="http://schemas.openxmlformats.org/drawingml/2006/main"/>
          <a:ln xmlns:a="http://schemas.openxmlformats.org/drawingml/2006/main" w="19050">
            <a:solidFill>
              <a:srgbClr val="0079C8"/>
            </a:solidFill>
            <a:prstDash val="solid"/>
          </a:ln>
        </p:spPr>
      </p:sp>
      <p:sp>
        <p:nvSpPr>
          <p:cNvPr id="34" name="line-227">
            <a:extLst xmlns:a="http://schemas.openxmlformats.org/drawingml/2006/main">
              <a:ext uri="{FF2B5EF4-FFF2-40B4-BE49-F238E27FC236}">
                <a16:creationId xmlns:a16="http://schemas.microsoft.com/office/drawing/2014/main" id="{D8C54212-76C4-4832-9DB6-1ADF772D1D67}"/>
              </a:ext>
            </a:extLst>
          </p:cNvPr>
          <p:cNvSpPr>
            <a:spLocks xmlns:a="http://schemas.openxmlformats.org/drawingml/2006/main" noGrp="1"/>
          </p:cNvSpPr>
          <p:nvPr/>
        </p:nvSpPr>
        <p:spPr>
          <a:xfrm xmlns:a="http://schemas.openxmlformats.org/drawingml/2006/main">
            <a:off x="2714625" y="6315075"/>
            <a:ext cx="1685925" cy="0"/>
          </a:xfrm>
          <a:prstGeom xmlns:a="http://schemas.openxmlformats.org/drawingml/2006/main" prst="line">
            <a:avLst/>
          </a:prstGeom>
          <a:noFill xmlns:a="http://schemas.openxmlformats.org/drawingml/2006/main"/>
          <a:ln xmlns:a="http://schemas.openxmlformats.org/drawingml/2006/main" w="19050">
            <a:solidFill>
              <a:srgbClr val="0079C8"/>
            </a:solidFill>
            <a:prstDash val="solid"/>
          </a:ln>
        </p:spPr>
      </p:sp>
      <p:sp>
        <p:nvSpPr>
          <p:cNvPr id="35" name="line-228">
            <a:extLst xmlns:a="http://schemas.openxmlformats.org/drawingml/2006/main">
              <a:ext uri="{FF2B5EF4-FFF2-40B4-BE49-F238E27FC236}">
                <a16:creationId xmlns:a16="http://schemas.microsoft.com/office/drawing/2014/main" id="{4B14EACD-0579-4ADD-BC3B-DC509A1DD5C6}"/>
              </a:ext>
            </a:extLst>
          </p:cNvPr>
          <p:cNvSpPr>
            <a:spLocks xmlns:a="http://schemas.openxmlformats.org/drawingml/2006/main" noGrp="1"/>
          </p:cNvSpPr>
          <p:nvPr/>
        </p:nvSpPr>
        <p:spPr>
          <a:xfrm xmlns:a="http://schemas.openxmlformats.org/drawingml/2006/main">
            <a:off x="4400550" y="6315075"/>
            <a:ext cx="1685925" cy="0"/>
          </a:xfrm>
          <a:prstGeom xmlns:a="http://schemas.openxmlformats.org/drawingml/2006/main" prst="line">
            <a:avLst/>
          </a:prstGeom>
          <a:noFill xmlns:a="http://schemas.openxmlformats.org/drawingml/2006/main"/>
          <a:ln xmlns:a="http://schemas.openxmlformats.org/drawingml/2006/main" w="19050">
            <a:solidFill>
              <a:srgbClr val="0079C8"/>
            </a:solidFill>
            <a:prstDash val="solid"/>
          </a:ln>
        </p:spPr>
      </p:sp>
      <p:sp>
        <p:nvSpPr>
          <p:cNvPr id="36" name="line-229">
            <a:extLst xmlns:a="http://schemas.openxmlformats.org/drawingml/2006/main">
              <a:ext uri="{FF2B5EF4-FFF2-40B4-BE49-F238E27FC236}">
                <a16:creationId xmlns:a16="http://schemas.microsoft.com/office/drawing/2014/main" id="{95A415B4-85A4-4BD6-977D-240DE4B2EBF7}"/>
              </a:ext>
            </a:extLst>
          </p:cNvPr>
          <p:cNvSpPr>
            <a:spLocks xmlns:a="http://schemas.openxmlformats.org/drawingml/2006/main" noGrp="1"/>
          </p:cNvSpPr>
          <p:nvPr/>
        </p:nvSpPr>
        <p:spPr>
          <a:xfrm xmlns:a="http://schemas.openxmlformats.org/drawingml/2006/main">
            <a:off x="6086475" y="6315075"/>
            <a:ext cx="1685925" cy="0"/>
          </a:xfrm>
          <a:prstGeom xmlns:a="http://schemas.openxmlformats.org/drawingml/2006/main" prst="line">
            <a:avLst/>
          </a:prstGeom>
          <a:noFill xmlns:a="http://schemas.openxmlformats.org/drawingml/2006/main"/>
          <a:ln xmlns:a="http://schemas.openxmlformats.org/drawingml/2006/main" w="19050">
            <a:solidFill>
              <a:srgbClr val="0079C8"/>
            </a:solidFill>
            <a:prstDash val="solid"/>
          </a:ln>
        </p:spPr>
      </p:sp>
      <p:sp>
        <p:nvSpPr>
          <p:cNvPr id="37" name="line-230">
            <a:extLst xmlns:a="http://schemas.openxmlformats.org/drawingml/2006/main">
              <a:ext uri="{FF2B5EF4-FFF2-40B4-BE49-F238E27FC236}">
                <a16:creationId xmlns:a16="http://schemas.microsoft.com/office/drawing/2014/main" id="{99D6F9F3-6941-406B-A8A6-6412FDCCDBE6}"/>
              </a:ext>
            </a:extLst>
          </p:cNvPr>
          <p:cNvSpPr>
            <a:spLocks xmlns:a="http://schemas.openxmlformats.org/drawingml/2006/main" noGrp="1"/>
          </p:cNvSpPr>
          <p:nvPr/>
        </p:nvSpPr>
        <p:spPr>
          <a:xfrm xmlns:a="http://schemas.openxmlformats.org/drawingml/2006/main">
            <a:off x="7772400" y="6315075"/>
            <a:ext cx="1685925" cy="0"/>
          </a:xfrm>
          <a:prstGeom xmlns:a="http://schemas.openxmlformats.org/drawingml/2006/main" prst="line">
            <a:avLst/>
          </a:prstGeom>
          <a:noFill xmlns:a="http://schemas.openxmlformats.org/drawingml/2006/main"/>
          <a:ln xmlns:a="http://schemas.openxmlformats.org/drawingml/2006/main" w="19050">
            <a:solidFill>
              <a:srgbClr val="0079C8"/>
            </a:solidFill>
            <a:prstDash val="solid"/>
          </a:ln>
        </p:spPr>
      </p:sp>
      <p:sp>
        <p:nvSpPr>
          <p:cNvPr id="38" name="line-231">
            <a:extLst xmlns:a="http://schemas.openxmlformats.org/drawingml/2006/main">
              <a:ext uri="{FF2B5EF4-FFF2-40B4-BE49-F238E27FC236}">
                <a16:creationId xmlns:a16="http://schemas.microsoft.com/office/drawing/2014/main" id="{87E57358-978B-455E-A359-F253FC64C1A4}"/>
              </a:ext>
            </a:extLst>
          </p:cNvPr>
          <p:cNvSpPr>
            <a:spLocks xmlns:a="http://schemas.openxmlformats.org/drawingml/2006/main" noGrp="1"/>
          </p:cNvSpPr>
          <p:nvPr/>
        </p:nvSpPr>
        <p:spPr>
          <a:xfrm xmlns:a="http://schemas.openxmlformats.org/drawingml/2006/main">
            <a:off x="9458325" y="6315075"/>
            <a:ext cx="1685925" cy="0"/>
          </a:xfrm>
          <a:prstGeom xmlns:a="http://schemas.openxmlformats.org/drawingml/2006/main" prst="line">
            <a:avLst/>
          </a:prstGeom>
          <a:noFill xmlns:a="http://schemas.openxmlformats.org/drawingml/2006/main"/>
          <a:ln xmlns:a="http://schemas.openxmlformats.org/drawingml/2006/main" w="19050">
            <a:solidFill>
              <a:srgbClr val="CDE5F5"/>
            </a:solidFill>
            <a:prstDash val="solid"/>
          </a:ln>
        </p:spPr>
      </p:sp>
      <p:sp>
        <p:nvSpPr>
          <p:cNvPr id="39" name="ellipse-232">
            <a:extLst xmlns:a="http://schemas.openxmlformats.org/drawingml/2006/main">
              <a:ext uri="{FF2B5EF4-FFF2-40B4-BE49-F238E27FC236}">
                <a16:creationId xmlns:a16="http://schemas.microsoft.com/office/drawing/2014/main" id="{7B6D5EF8-35B1-41F2-B6B4-6EB8008BAAAC}"/>
              </a:ext>
            </a:extLst>
          </p:cNvPr>
          <p:cNvSpPr>
            <a:spLocks xmlns:a="http://schemas.openxmlformats.org/drawingml/2006/main" noGrp="1"/>
          </p:cNvSpPr>
          <p:nvPr/>
        </p:nvSpPr>
        <p:spPr>
          <a:xfrm xmlns:a="http://schemas.openxmlformats.org/drawingml/2006/main">
            <a:off x="962025" y="6248400"/>
            <a:ext cx="133350" cy="133350"/>
          </a:xfrm>
          <a:prstGeom xmlns:a="http://schemas.openxmlformats.org/drawingml/2006/main" prst="ellipse">
            <a:avLst/>
          </a:prstGeom>
          <a:solidFill xmlns:a="http://schemas.openxmlformats.org/drawingml/2006/main">
            <a:srgbClr val="0079C8"/>
          </a:solidFill>
          <a:ln xmlns:a="http://schemas.openxmlformats.org/drawingml/2006/main" w="14288">
            <a:solidFill>
              <a:srgbClr val="CDE5F5"/>
            </a:solidFill>
            <a:prstDash val="solid"/>
          </a:ln>
        </p:spPr>
      </p:sp>
      <p:sp>
        <p:nvSpPr>
          <p:cNvPr id="40" name="textbox-233">
            <a:extLst xmlns:a="http://schemas.openxmlformats.org/drawingml/2006/main">
              <a:ext uri="{FF2B5EF4-FFF2-40B4-BE49-F238E27FC236}">
                <a16:creationId xmlns:a16="http://schemas.microsoft.com/office/drawing/2014/main" id="{FD76D043-6F6E-4CFE-8E45-9CF438AFDF26}"/>
              </a:ext>
            </a:extLst>
          </p:cNvPr>
          <p:cNvSpPr>
            <a:spLocks xmlns:a="http://schemas.openxmlformats.org/drawingml/2006/main" noGrp="1"/>
          </p:cNvSpPr>
          <p:nvPr/>
        </p:nvSpPr>
        <p:spPr>
          <a:xfrm xmlns:a="http://schemas.openxmlformats.org/drawingml/2006/main">
            <a:off x="942975" y="62007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Segoe UI"/>
                <a:ea typeface="Segoe UI"/>
                <a:cs typeface="Segoe UI"/>
              </a:defRPr>
            </a:pPr>
            <a:r>
              <a:rPr sz="1125" b="1">
                <a:solidFill>
                  <a:srgbClr val="FFFFFF"/>
                </a:solidFill>
                <a:latin typeface="Segoe UI"/>
                <a:ea typeface="Segoe UI"/>
                <a:cs typeface="Segoe UI"/>
              </a:rPr>
              <a:t>✓</a:t>
            </a:r>
          </a:p>
        </p:txBody>
      </p:sp>
      <p:sp>
        <p:nvSpPr>
          <p:cNvPr id="41" name="textbox-234">
            <a:extLst xmlns:a="http://schemas.openxmlformats.org/drawingml/2006/main">
              <a:ext uri="{FF2B5EF4-FFF2-40B4-BE49-F238E27FC236}">
                <a16:creationId xmlns:a16="http://schemas.microsoft.com/office/drawing/2014/main" id="{08768776-5EF4-4A80-A6ED-9C3B6CA2123D}"/>
              </a:ext>
            </a:extLst>
          </p:cNvPr>
          <p:cNvSpPr>
            <a:spLocks xmlns:a="http://schemas.openxmlformats.org/drawingml/2006/main" noGrp="1"/>
          </p:cNvSpPr>
          <p:nvPr/>
        </p:nvSpPr>
        <p:spPr>
          <a:xfrm xmlns:a="http://schemas.openxmlformats.org/drawingml/2006/main">
            <a:off x="36195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ARRIVE</a:t>
            </a:r>
          </a:p>
        </p:txBody>
      </p:sp>
      <p:sp>
        <p:nvSpPr>
          <p:cNvPr id="42" name="ellipse-235">
            <a:extLst xmlns:a="http://schemas.openxmlformats.org/drawingml/2006/main">
              <a:ext uri="{FF2B5EF4-FFF2-40B4-BE49-F238E27FC236}">
                <a16:creationId xmlns:a16="http://schemas.microsoft.com/office/drawing/2014/main" id="{A24F4BF7-0881-420F-B6C4-0E338649FD0B}"/>
              </a:ext>
            </a:extLst>
          </p:cNvPr>
          <p:cNvSpPr>
            <a:spLocks xmlns:a="http://schemas.openxmlformats.org/drawingml/2006/main" noGrp="1"/>
          </p:cNvSpPr>
          <p:nvPr/>
        </p:nvSpPr>
        <p:spPr>
          <a:xfrm xmlns:a="http://schemas.openxmlformats.org/drawingml/2006/main">
            <a:off x="2647950" y="6248400"/>
            <a:ext cx="133350" cy="133350"/>
          </a:xfrm>
          <a:prstGeom xmlns:a="http://schemas.openxmlformats.org/drawingml/2006/main" prst="ellipse">
            <a:avLst/>
          </a:prstGeom>
          <a:solidFill xmlns:a="http://schemas.openxmlformats.org/drawingml/2006/main">
            <a:srgbClr val="0079C8"/>
          </a:solidFill>
          <a:ln xmlns:a="http://schemas.openxmlformats.org/drawingml/2006/main" w="14288">
            <a:solidFill>
              <a:srgbClr val="CDE5F5"/>
            </a:solidFill>
            <a:prstDash val="solid"/>
          </a:ln>
        </p:spPr>
      </p:sp>
      <p:sp>
        <p:nvSpPr>
          <p:cNvPr id="43" name="textbox-236">
            <a:extLst xmlns:a="http://schemas.openxmlformats.org/drawingml/2006/main">
              <a:ext uri="{FF2B5EF4-FFF2-40B4-BE49-F238E27FC236}">
                <a16:creationId xmlns:a16="http://schemas.microsoft.com/office/drawing/2014/main" id="{B4A7E3F2-3891-4122-9049-0DCB0E0847BF}"/>
              </a:ext>
            </a:extLst>
          </p:cNvPr>
          <p:cNvSpPr>
            <a:spLocks xmlns:a="http://schemas.openxmlformats.org/drawingml/2006/main" noGrp="1"/>
          </p:cNvSpPr>
          <p:nvPr/>
        </p:nvSpPr>
        <p:spPr>
          <a:xfrm xmlns:a="http://schemas.openxmlformats.org/drawingml/2006/main">
            <a:off x="2628900" y="62007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Segoe UI"/>
                <a:ea typeface="Segoe UI"/>
                <a:cs typeface="Segoe UI"/>
              </a:defRPr>
            </a:pPr>
            <a:r>
              <a:rPr sz="1125" b="1">
                <a:solidFill>
                  <a:srgbClr val="FFFFFF"/>
                </a:solidFill>
                <a:latin typeface="Segoe UI"/>
                <a:ea typeface="Segoe UI"/>
                <a:cs typeface="Segoe UI"/>
              </a:rPr>
              <a:t>✓</a:t>
            </a:r>
          </a:p>
        </p:txBody>
      </p:sp>
      <p:sp>
        <p:nvSpPr>
          <p:cNvPr id="44" name="textbox-237">
            <a:extLst xmlns:a="http://schemas.openxmlformats.org/drawingml/2006/main">
              <a:ext uri="{FF2B5EF4-FFF2-40B4-BE49-F238E27FC236}">
                <a16:creationId xmlns:a16="http://schemas.microsoft.com/office/drawing/2014/main" id="{76388406-8AE7-42F0-9173-C59D0DA2DDD4}"/>
              </a:ext>
            </a:extLst>
          </p:cNvPr>
          <p:cNvSpPr>
            <a:spLocks xmlns:a="http://schemas.openxmlformats.org/drawingml/2006/main" noGrp="1"/>
          </p:cNvSpPr>
          <p:nvPr/>
        </p:nvSpPr>
        <p:spPr>
          <a:xfrm xmlns:a="http://schemas.openxmlformats.org/drawingml/2006/main">
            <a:off x="204787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SHARE</a:t>
            </a:r>
          </a:p>
        </p:txBody>
      </p:sp>
      <p:sp>
        <p:nvSpPr>
          <p:cNvPr id="45" name="ellipse-238">
            <a:extLst xmlns:a="http://schemas.openxmlformats.org/drawingml/2006/main">
              <a:ext uri="{FF2B5EF4-FFF2-40B4-BE49-F238E27FC236}">
                <a16:creationId xmlns:a16="http://schemas.microsoft.com/office/drawing/2014/main" id="{B76C07EB-8F70-4256-B3E5-5B284E74E695}"/>
              </a:ext>
            </a:extLst>
          </p:cNvPr>
          <p:cNvSpPr>
            <a:spLocks xmlns:a="http://schemas.openxmlformats.org/drawingml/2006/main" noGrp="1"/>
          </p:cNvSpPr>
          <p:nvPr/>
        </p:nvSpPr>
        <p:spPr>
          <a:xfrm xmlns:a="http://schemas.openxmlformats.org/drawingml/2006/main">
            <a:off x="4333875" y="6248400"/>
            <a:ext cx="133350" cy="133350"/>
          </a:xfrm>
          <a:prstGeom xmlns:a="http://schemas.openxmlformats.org/drawingml/2006/main" prst="ellipse">
            <a:avLst/>
          </a:prstGeom>
          <a:solidFill xmlns:a="http://schemas.openxmlformats.org/drawingml/2006/main">
            <a:srgbClr val="0079C8"/>
          </a:solidFill>
          <a:ln xmlns:a="http://schemas.openxmlformats.org/drawingml/2006/main" w="14288">
            <a:solidFill>
              <a:srgbClr val="CDE5F5"/>
            </a:solidFill>
            <a:prstDash val="solid"/>
          </a:ln>
        </p:spPr>
      </p:sp>
      <p:sp>
        <p:nvSpPr>
          <p:cNvPr id="46" name="textbox-239">
            <a:extLst xmlns:a="http://schemas.openxmlformats.org/drawingml/2006/main">
              <a:ext uri="{FF2B5EF4-FFF2-40B4-BE49-F238E27FC236}">
                <a16:creationId xmlns:a16="http://schemas.microsoft.com/office/drawing/2014/main" id="{0F8AEFE7-7368-4EFE-A234-FFA85862F95B}"/>
              </a:ext>
            </a:extLst>
          </p:cNvPr>
          <p:cNvSpPr>
            <a:spLocks xmlns:a="http://schemas.openxmlformats.org/drawingml/2006/main" noGrp="1"/>
          </p:cNvSpPr>
          <p:nvPr/>
        </p:nvSpPr>
        <p:spPr>
          <a:xfrm xmlns:a="http://schemas.openxmlformats.org/drawingml/2006/main">
            <a:off x="4314825" y="62007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Segoe UI"/>
                <a:ea typeface="Segoe UI"/>
                <a:cs typeface="Segoe UI"/>
              </a:defRPr>
            </a:pPr>
            <a:r>
              <a:rPr sz="1125" b="1">
                <a:solidFill>
                  <a:srgbClr val="FFFFFF"/>
                </a:solidFill>
                <a:latin typeface="Segoe UI"/>
                <a:ea typeface="Segoe UI"/>
                <a:cs typeface="Segoe UI"/>
              </a:rPr>
              <a:t>✓</a:t>
            </a:r>
          </a:p>
        </p:txBody>
      </p:sp>
      <p:sp>
        <p:nvSpPr>
          <p:cNvPr id="47" name="textbox-240">
            <a:extLst xmlns:a="http://schemas.openxmlformats.org/drawingml/2006/main">
              <a:ext uri="{FF2B5EF4-FFF2-40B4-BE49-F238E27FC236}">
                <a16:creationId xmlns:a16="http://schemas.microsoft.com/office/drawing/2014/main" id="{8392498E-B8B6-4226-8297-0BC5027448CE}"/>
              </a:ext>
            </a:extLst>
          </p:cNvPr>
          <p:cNvSpPr>
            <a:spLocks xmlns:a="http://schemas.openxmlformats.org/drawingml/2006/main" noGrp="1"/>
          </p:cNvSpPr>
          <p:nvPr/>
        </p:nvSpPr>
        <p:spPr>
          <a:xfrm xmlns:a="http://schemas.openxmlformats.org/drawingml/2006/main">
            <a:off x="373380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NEED</a:t>
            </a:r>
          </a:p>
        </p:txBody>
      </p:sp>
      <p:sp>
        <p:nvSpPr>
          <p:cNvPr id="48" name="ellipse-241">
            <a:extLst xmlns:a="http://schemas.openxmlformats.org/drawingml/2006/main">
              <a:ext uri="{FF2B5EF4-FFF2-40B4-BE49-F238E27FC236}">
                <a16:creationId xmlns:a16="http://schemas.microsoft.com/office/drawing/2014/main" id="{867EE360-DE47-4316-8831-8FB6BEDBA42D}"/>
              </a:ext>
            </a:extLst>
          </p:cNvPr>
          <p:cNvSpPr>
            <a:spLocks xmlns:a="http://schemas.openxmlformats.org/drawingml/2006/main" noGrp="1"/>
          </p:cNvSpPr>
          <p:nvPr/>
        </p:nvSpPr>
        <p:spPr>
          <a:xfrm xmlns:a="http://schemas.openxmlformats.org/drawingml/2006/main">
            <a:off x="6019800" y="6248400"/>
            <a:ext cx="133350" cy="133350"/>
          </a:xfrm>
          <a:prstGeom xmlns:a="http://schemas.openxmlformats.org/drawingml/2006/main" prst="ellipse">
            <a:avLst/>
          </a:prstGeom>
          <a:solidFill xmlns:a="http://schemas.openxmlformats.org/drawingml/2006/main">
            <a:srgbClr val="0079C8"/>
          </a:solidFill>
          <a:ln xmlns:a="http://schemas.openxmlformats.org/drawingml/2006/main" w="14288">
            <a:solidFill>
              <a:srgbClr val="CDE5F5"/>
            </a:solidFill>
            <a:prstDash val="solid"/>
          </a:ln>
        </p:spPr>
      </p:sp>
      <p:sp>
        <p:nvSpPr>
          <p:cNvPr id="49" name="textbox-242">
            <a:extLst xmlns:a="http://schemas.openxmlformats.org/drawingml/2006/main">
              <a:ext uri="{FF2B5EF4-FFF2-40B4-BE49-F238E27FC236}">
                <a16:creationId xmlns:a16="http://schemas.microsoft.com/office/drawing/2014/main" id="{2ADF934A-0937-4F49-86A4-9109E852E02D}"/>
              </a:ext>
            </a:extLst>
          </p:cNvPr>
          <p:cNvSpPr>
            <a:spLocks xmlns:a="http://schemas.openxmlformats.org/drawingml/2006/main" noGrp="1"/>
          </p:cNvSpPr>
          <p:nvPr/>
        </p:nvSpPr>
        <p:spPr>
          <a:xfrm xmlns:a="http://schemas.openxmlformats.org/drawingml/2006/main">
            <a:off x="6000750" y="62007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Segoe UI"/>
                <a:ea typeface="Segoe UI"/>
                <a:cs typeface="Segoe UI"/>
              </a:defRPr>
            </a:pPr>
            <a:r>
              <a:rPr sz="1125" b="1">
                <a:solidFill>
                  <a:srgbClr val="FFFFFF"/>
                </a:solidFill>
                <a:latin typeface="Segoe UI"/>
                <a:ea typeface="Segoe UI"/>
                <a:cs typeface="Segoe UI"/>
              </a:rPr>
              <a:t>✓</a:t>
            </a:r>
          </a:p>
        </p:txBody>
      </p:sp>
      <p:sp>
        <p:nvSpPr>
          <p:cNvPr id="50" name="textbox-243">
            <a:extLst xmlns:a="http://schemas.openxmlformats.org/drawingml/2006/main">
              <a:ext uri="{FF2B5EF4-FFF2-40B4-BE49-F238E27FC236}">
                <a16:creationId xmlns:a16="http://schemas.microsoft.com/office/drawing/2014/main" id="{F22CA9AF-B808-4B27-87EF-FF013FB424EE}"/>
              </a:ext>
            </a:extLst>
          </p:cNvPr>
          <p:cNvSpPr>
            <a:spLocks xmlns:a="http://schemas.openxmlformats.org/drawingml/2006/main" noGrp="1"/>
          </p:cNvSpPr>
          <p:nvPr/>
        </p:nvSpPr>
        <p:spPr>
          <a:xfrm xmlns:a="http://schemas.openxmlformats.org/drawingml/2006/main">
            <a:off x="541972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NAVIGATE</a:t>
            </a:r>
          </a:p>
        </p:txBody>
      </p:sp>
      <p:sp>
        <p:nvSpPr>
          <p:cNvPr id="51" name="ellipse-244">
            <a:extLst xmlns:a="http://schemas.openxmlformats.org/drawingml/2006/main">
              <a:ext uri="{FF2B5EF4-FFF2-40B4-BE49-F238E27FC236}">
                <a16:creationId xmlns:a16="http://schemas.microsoft.com/office/drawing/2014/main" id="{69C52730-F650-4C68-801D-1FE3CFF238DC}"/>
              </a:ext>
            </a:extLst>
          </p:cNvPr>
          <p:cNvSpPr>
            <a:spLocks xmlns:a="http://schemas.openxmlformats.org/drawingml/2006/main" noGrp="1"/>
          </p:cNvSpPr>
          <p:nvPr/>
        </p:nvSpPr>
        <p:spPr>
          <a:xfrm xmlns:a="http://schemas.openxmlformats.org/drawingml/2006/main">
            <a:off x="7705725" y="6248400"/>
            <a:ext cx="133350" cy="133350"/>
          </a:xfrm>
          <a:prstGeom xmlns:a="http://schemas.openxmlformats.org/drawingml/2006/main" prst="ellipse">
            <a:avLst/>
          </a:prstGeom>
          <a:solidFill xmlns:a="http://schemas.openxmlformats.org/drawingml/2006/main">
            <a:srgbClr val="0079C8"/>
          </a:solidFill>
          <a:ln xmlns:a="http://schemas.openxmlformats.org/drawingml/2006/main" w="14288">
            <a:solidFill>
              <a:srgbClr val="CDE5F5"/>
            </a:solidFill>
            <a:prstDash val="solid"/>
          </a:ln>
        </p:spPr>
      </p:sp>
      <p:sp>
        <p:nvSpPr>
          <p:cNvPr id="52" name="textbox-245">
            <a:extLst xmlns:a="http://schemas.openxmlformats.org/drawingml/2006/main">
              <a:ext uri="{FF2B5EF4-FFF2-40B4-BE49-F238E27FC236}">
                <a16:creationId xmlns:a16="http://schemas.microsoft.com/office/drawing/2014/main" id="{FD04DC11-D50E-456A-84AB-F02FFF1156D9}"/>
              </a:ext>
            </a:extLst>
          </p:cNvPr>
          <p:cNvSpPr>
            <a:spLocks xmlns:a="http://schemas.openxmlformats.org/drawingml/2006/main" noGrp="1"/>
          </p:cNvSpPr>
          <p:nvPr/>
        </p:nvSpPr>
        <p:spPr>
          <a:xfrm xmlns:a="http://schemas.openxmlformats.org/drawingml/2006/main">
            <a:off x="7686675" y="62007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Segoe UI"/>
                <a:ea typeface="Segoe UI"/>
                <a:cs typeface="Segoe UI"/>
              </a:defRPr>
            </a:pPr>
            <a:r>
              <a:rPr sz="1125" b="1">
                <a:solidFill>
                  <a:srgbClr val="FFFFFF"/>
                </a:solidFill>
                <a:latin typeface="Segoe UI"/>
                <a:ea typeface="Segoe UI"/>
                <a:cs typeface="Segoe UI"/>
              </a:rPr>
              <a:t>✓</a:t>
            </a:r>
          </a:p>
        </p:txBody>
      </p:sp>
      <p:sp>
        <p:nvSpPr>
          <p:cNvPr id="53" name="textbox-246">
            <a:extLst xmlns:a="http://schemas.openxmlformats.org/drawingml/2006/main">
              <a:ext uri="{FF2B5EF4-FFF2-40B4-BE49-F238E27FC236}">
                <a16:creationId xmlns:a16="http://schemas.microsoft.com/office/drawing/2014/main" id="{4C5C7202-0696-4F1C-95E0-F8F41A05D3F4}"/>
              </a:ext>
            </a:extLst>
          </p:cNvPr>
          <p:cNvSpPr>
            <a:spLocks xmlns:a="http://schemas.openxmlformats.org/drawingml/2006/main" noGrp="1"/>
          </p:cNvSpPr>
          <p:nvPr/>
        </p:nvSpPr>
        <p:spPr>
          <a:xfrm xmlns:a="http://schemas.openxmlformats.org/drawingml/2006/main">
            <a:off x="710565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CARE</a:t>
            </a:r>
          </a:p>
        </p:txBody>
      </p:sp>
      <p:sp>
        <p:nvSpPr>
          <p:cNvPr id="54" name="ellipse-247">
            <a:extLst xmlns:a="http://schemas.openxmlformats.org/drawingml/2006/main">
              <a:ext uri="{FF2B5EF4-FFF2-40B4-BE49-F238E27FC236}">
                <a16:creationId xmlns:a16="http://schemas.microsoft.com/office/drawing/2014/main" id="{F2D9C3C3-DFE5-4BBF-8A24-D94AE53DEFA6}"/>
              </a:ext>
            </a:extLst>
          </p:cNvPr>
          <p:cNvSpPr>
            <a:spLocks xmlns:a="http://schemas.openxmlformats.org/drawingml/2006/main" noGrp="1"/>
          </p:cNvSpPr>
          <p:nvPr/>
        </p:nvSpPr>
        <p:spPr>
          <a:xfrm xmlns:a="http://schemas.openxmlformats.org/drawingml/2006/main">
            <a:off x="9391650" y="6248400"/>
            <a:ext cx="133350" cy="133350"/>
          </a:xfrm>
          <a:prstGeom xmlns:a="http://schemas.openxmlformats.org/drawingml/2006/main" prst="ellipse">
            <a:avLst/>
          </a:prstGeom>
          <a:solidFill xmlns:a="http://schemas.openxmlformats.org/drawingml/2006/main">
            <a:srgbClr val="EEF7FD"/>
          </a:solidFill>
          <a:ln xmlns:a="http://schemas.openxmlformats.org/drawingml/2006/main" w="14288">
            <a:solidFill>
              <a:srgbClr val="CDE5F5"/>
            </a:solidFill>
            <a:prstDash val="solid"/>
          </a:ln>
        </p:spPr>
      </p:sp>
      <p:sp>
        <p:nvSpPr>
          <p:cNvPr id="55" name="textbox-248">
            <a:extLst xmlns:a="http://schemas.openxmlformats.org/drawingml/2006/main">
              <a:ext uri="{FF2B5EF4-FFF2-40B4-BE49-F238E27FC236}">
                <a16:creationId xmlns:a16="http://schemas.microsoft.com/office/drawing/2014/main" id="{798BC118-0F4B-4E43-B06B-1591AF3D2A85}"/>
              </a:ext>
            </a:extLst>
          </p:cNvPr>
          <p:cNvSpPr>
            <a:spLocks xmlns:a="http://schemas.openxmlformats.org/drawingml/2006/main" noGrp="1"/>
          </p:cNvSpPr>
          <p:nvPr/>
        </p:nvSpPr>
        <p:spPr>
          <a:xfrm xmlns:a="http://schemas.openxmlformats.org/drawingml/2006/main">
            <a:off x="879157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0079C8"/>
                </a:solidFill>
                <a:latin typeface="Segoe UI"/>
                <a:ea typeface="Segoe UI"/>
                <a:cs typeface="Segoe UI"/>
              </a:defRPr>
            </a:pPr>
            <a:r>
              <a:rPr sz="1050" b="1">
                <a:solidFill>
                  <a:srgbClr val="0079C8"/>
                </a:solidFill>
                <a:latin typeface="Segoe UI"/>
                <a:ea typeface="Segoe UI"/>
                <a:cs typeface="Segoe UI"/>
              </a:rPr>
              <a:t>FOLLOW UP</a:t>
            </a:r>
          </a:p>
        </p:txBody>
      </p:sp>
      <p:sp>
        <p:nvSpPr>
          <p:cNvPr id="56" name="ellipse-249">
            <a:extLst xmlns:a="http://schemas.openxmlformats.org/drawingml/2006/main">
              <a:ext uri="{FF2B5EF4-FFF2-40B4-BE49-F238E27FC236}">
                <a16:creationId xmlns:a16="http://schemas.microsoft.com/office/drawing/2014/main" id="{850D9CEE-8B17-452F-93EA-0DF0031100E5}"/>
              </a:ext>
            </a:extLst>
          </p:cNvPr>
          <p:cNvSpPr>
            <a:spLocks xmlns:a="http://schemas.openxmlformats.org/drawingml/2006/main" noGrp="1"/>
          </p:cNvSpPr>
          <p:nvPr/>
        </p:nvSpPr>
        <p:spPr>
          <a:xfrm xmlns:a="http://schemas.openxmlformats.org/drawingml/2006/main">
            <a:off x="9201150" y="6038850"/>
            <a:ext cx="514350" cy="514350"/>
          </a:xfrm>
          <a:prstGeom xmlns:a="http://schemas.openxmlformats.org/drawingml/2006/main" prst="ellipse">
            <a:avLst/>
          </a:prstGeom>
          <a:solidFill xmlns:a="http://schemas.openxmlformats.org/drawingml/2006/main">
            <a:srgbClr val="FFFFFF"/>
          </a:solidFill>
          <a:ln xmlns:a="http://schemas.openxmlformats.org/drawingml/2006/main" w="23813">
            <a:solidFill>
              <a:srgbClr val="0079C8"/>
            </a:solidFill>
            <a:prstDash val="solid"/>
          </a:ln>
        </p:spPr>
      </p:sp>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00e6a1d9c3404f28"/>
          <a:srcRect xmlns:a="http://schemas.openxmlformats.org/drawingml/2006/main" l="0" t="0" r="0" b="0"/>
          <a:stretch xmlns:a="http://schemas.openxmlformats.org/drawingml/2006/main">
            <a:fillRect l="0" t="0" r="0" b="0"/>
          </a:stretch>
        </p:blipFill>
        <p:spPr>
          <a:xfrm xmlns:a="http://schemas.openxmlformats.org/drawingml/2006/main">
            <a:off x="9229725" y="6067425"/>
            <a:ext cx="457200" cy="457200"/>
          </a:xfrm>
          <a:prstGeom xmlns:a="http://schemas.openxmlformats.org/drawingml/2006/main" prst="ellipse">
            <a:avLst/>
          </a:prstGeom>
        </p:spPr>
      </p:pic>
      <p:sp>
        <p:nvSpPr>
          <p:cNvPr id="58" name="ellipse-250">
            <a:extLst xmlns:a="http://schemas.openxmlformats.org/drawingml/2006/main">
              <a:ext uri="{FF2B5EF4-FFF2-40B4-BE49-F238E27FC236}">
                <a16:creationId xmlns:a16="http://schemas.microsoft.com/office/drawing/2014/main" id="{B33CD796-2A59-428E-9D1B-93EB7D044121}"/>
              </a:ext>
            </a:extLst>
          </p:cNvPr>
          <p:cNvSpPr>
            <a:spLocks xmlns:a="http://schemas.openxmlformats.org/drawingml/2006/main" noGrp="1"/>
          </p:cNvSpPr>
          <p:nvPr/>
        </p:nvSpPr>
        <p:spPr>
          <a:xfrm xmlns:a="http://schemas.openxmlformats.org/drawingml/2006/main">
            <a:off x="11077575" y="6248400"/>
            <a:ext cx="133350" cy="133350"/>
          </a:xfrm>
          <a:prstGeom xmlns:a="http://schemas.openxmlformats.org/drawingml/2006/main" prst="ellipse">
            <a:avLst/>
          </a:prstGeom>
          <a:solidFill xmlns:a="http://schemas.openxmlformats.org/drawingml/2006/main">
            <a:srgbClr val="EEF7FD"/>
          </a:solidFill>
          <a:ln xmlns:a="http://schemas.openxmlformats.org/drawingml/2006/main" w="14288">
            <a:solidFill>
              <a:srgbClr val="CDE5F5"/>
            </a:solidFill>
            <a:prstDash val="solid"/>
          </a:ln>
        </p:spPr>
      </p:sp>
      <p:sp>
        <p:nvSpPr>
          <p:cNvPr id="59" name="textbox-251">
            <a:extLst xmlns:a="http://schemas.openxmlformats.org/drawingml/2006/main">
              <a:ext uri="{FF2B5EF4-FFF2-40B4-BE49-F238E27FC236}">
                <a16:creationId xmlns:a16="http://schemas.microsoft.com/office/drawing/2014/main" id="{8A34A5E3-5310-47BA-9898-A8DFC119C343}"/>
              </a:ext>
            </a:extLst>
          </p:cNvPr>
          <p:cNvSpPr>
            <a:spLocks xmlns:a="http://schemas.openxmlformats.org/drawingml/2006/main" noGrp="1"/>
          </p:cNvSpPr>
          <p:nvPr/>
        </p:nvSpPr>
        <p:spPr>
          <a:xfrm xmlns:a="http://schemas.openxmlformats.org/drawingml/2006/main">
            <a:off x="1047750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F85"/>
                </a:solidFill>
                <a:latin typeface="Segoe UI"/>
                <a:ea typeface="Segoe UI"/>
                <a:cs typeface="Segoe UI"/>
              </a:defRPr>
            </a:pPr>
            <a:r>
              <a:rPr sz="1050" b="0">
                <a:solidFill>
                  <a:srgbClr val="526F85"/>
                </a:solidFill>
                <a:latin typeface="Segoe UI"/>
                <a:ea typeface="Segoe UI"/>
                <a:cs typeface="Segoe UI"/>
              </a:rPr>
              <a:t>LEARN</a:t>
            </a:r>
          </a:p>
        </p:txBody>
      </p:sp>
    </p:spTree>
    <p:extLst>
      <p:ext uri="{BB962C8B-B14F-4D97-AF65-F5344CB8AC3E}">
        <p14:creationId xmlns:p14="http://schemas.microsoft.com/office/powerpoint/2010/main" val="780915738"/>
      </p:ext>
    </p:extLst>
  </p:cSld>
</p:sld>
</file>

<file path=ppt/slides/slide6.xml><?xml version="1.0" encoding="utf-8"?>
<p:sld xmlns:p="http://schemas.openxmlformats.org/presentationml/2006/main">
  <p:cSld>
    <p:bg>
      <p:bgPr>
        <a:solidFill xmlns:a="http://schemas.openxmlformats.org/drawingml/2006/main">
          <a:srgbClr val="0079C8"/>
        </a:solidFill>
      </p:bgPr>
    </p:bg>
    <p:spTree>
      <p:nvGrpSpPr>
        <p:cNvPr id="1" name=""/>
        <p:cNvGrpSpPr/>
        <p:nvPr/>
      </p:nvGrpSpPr>
      <p:grpSpPr>
        <a:xfrm xmlns:a="http://schemas.openxmlformats.org/drawingml/2006/main"/>
      </p:grpSpPr>
      <p:sp>
        <p:nvSpPr>
          <p:cNvPr id="72" name="textbox-252">
            <a:extLst xmlns:a="http://schemas.openxmlformats.org/drawingml/2006/main">
              <a:ext uri="{FF2B5EF4-FFF2-40B4-BE49-F238E27FC236}">
                <a16:creationId xmlns:a16="http://schemas.microsoft.com/office/drawing/2014/main" id="{BD4B8585-1F8A-48B1-BF31-E3083241983B}"/>
              </a:ext>
            </a:extLst>
          </p:cNvPr>
          <p:cNvSpPr>
            <a:spLocks xmlns:a="http://schemas.openxmlformats.org/drawingml/2006/main" noGrp="1"/>
          </p:cNvSpPr>
          <p:nvPr/>
        </p:nvSpPr>
        <p:spPr>
          <a:xfrm xmlns:a="http://schemas.openxmlformats.org/drawingml/2006/main">
            <a:off x="609600" y="257175"/>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Bupa Compass</a:t>
            </a:r>
          </a:p>
        </p:txBody>
      </p:sp>
      <p:sp>
        <p:nvSpPr>
          <p:cNvPr id="2" name="textbox-253">
            <a:extLst xmlns:a="http://schemas.openxmlformats.org/drawingml/2006/main">
              <a:ext uri="{FF2B5EF4-FFF2-40B4-BE49-F238E27FC236}">
                <a16:creationId xmlns:a16="http://schemas.microsoft.com/office/drawing/2014/main" id="{FC5E4C75-19B2-426E-9A88-363414466FF4}"/>
              </a:ext>
            </a:extLst>
          </p:cNvPr>
          <p:cNvSpPr>
            <a:spLocks xmlns:a="http://schemas.openxmlformats.org/drawingml/2006/main" noGrp="1"/>
          </p:cNvSpPr>
          <p:nvPr/>
        </p:nvSpPr>
        <p:spPr>
          <a:xfrm xmlns:a="http://schemas.openxmlformats.org/drawingml/2006/main">
            <a:off x="8629650" y="35242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BDE5FF"/>
                </a:solidFill>
                <a:latin typeface="Segoe UI"/>
                <a:ea typeface="Segoe UI"/>
                <a:cs typeface="Segoe UI"/>
              </a:defRPr>
            </a:pPr>
            <a:r>
              <a:rPr sz="1050" b="0">
                <a:solidFill>
                  <a:srgbClr val="BDE5FF"/>
                </a:solidFill>
                <a:latin typeface="Segoe UI"/>
                <a:ea typeface="Segoe UI"/>
                <a:cs typeface="Segoe UI"/>
              </a:rPr>
              <a:t>CONCEPT PROPOSAL   /   06</a:t>
            </a:r>
          </a:p>
        </p:txBody>
      </p:sp>
      <p:sp>
        <p:nvSpPr>
          <p:cNvPr id="3" name="textbox-254">
            <a:extLst xmlns:a="http://schemas.openxmlformats.org/drawingml/2006/main">
              <a:ext uri="{FF2B5EF4-FFF2-40B4-BE49-F238E27FC236}">
                <a16:creationId xmlns:a16="http://schemas.microsoft.com/office/drawing/2014/main" id="{74C25F42-6DA9-43A0-B9E9-8957A7D79D1C}"/>
              </a:ext>
            </a:extLst>
          </p:cNvPr>
          <p:cNvSpPr>
            <a:spLocks xmlns:a="http://schemas.openxmlformats.org/drawingml/2006/main" noGrp="1"/>
          </p:cNvSpPr>
          <p:nvPr/>
        </p:nvSpPr>
        <p:spPr>
          <a:xfrm xmlns:a="http://schemas.openxmlformats.org/drawingml/2006/main">
            <a:off x="609600" y="8667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Segoe UI"/>
                <a:ea typeface="Segoe UI"/>
                <a:cs typeface="Segoe UI"/>
              </a:defRPr>
            </a:pPr>
            <a:r>
              <a:rPr sz="3450" b="1">
                <a:solidFill>
                  <a:srgbClr val="FFFFFF"/>
                </a:solidFill>
                <a:latin typeface="Segoe UI"/>
                <a:ea typeface="Segoe UI"/>
                <a:cs typeface="Segoe UI"/>
              </a:rPr>
              <a:t>Each journey makes the next one easier</a:t>
            </a:r>
          </a:p>
        </p:txBody>
      </p:sp>
      <p:sp>
        <p:nvSpPr>
          <p:cNvPr id="4" name="ellipse-255">
            <a:extLst xmlns:a="http://schemas.openxmlformats.org/drawingml/2006/main">
              <a:ext uri="{FF2B5EF4-FFF2-40B4-BE49-F238E27FC236}">
                <a16:creationId xmlns:a16="http://schemas.microsoft.com/office/drawing/2014/main" id="{F24B0252-67DC-453C-8149-59F9E9FAF0CC}"/>
              </a:ext>
            </a:extLst>
          </p:cNvPr>
          <p:cNvSpPr>
            <a:spLocks xmlns:a="http://schemas.openxmlformats.org/drawingml/2006/main" noGrp="1"/>
          </p:cNvSpPr>
          <p:nvPr/>
        </p:nvSpPr>
        <p:spPr>
          <a:xfrm xmlns:a="http://schemas.openxmlformats.org/drawingml/2006/main">
            <a:off x="1476375" y="1952625"/>
            <a:ext cx="3524250" cy="2705100"/>
          </a:xfrm>
          <a:prstGeom xmlns:a="http://schemas.openxmlformats.org/drawingml/2006/main" prst="ellipse">
            <a:avLst/>
          </a:prstGeom>
          <a:noFill xmlns:a="http://schemas.openxmlformats.org/drawingml/2006/main"/>
          <a:ln xmlns:a="http://schemas.openxmlformats.org/drawingml/2006/main" w="19050">
            <a:solidFill>
              <a:srgbClr val="7BC3F0"/>
            </a:solidFill>
            <a:prstDash val="solid"/>
          </a:ln>
        </p:spPr>
      </p:sp>
      <p:sp>
        <p:nvSpPr>
          <p:cNvPr id="5" name="ellipse-256">
            <a:extLst xmlns:a="http://schemas.openxmlformats.org/drawingml/2006/main">
              <a:ext uri="{FF2B5EF4-FFF2-40B4-BE49-F238E27FC236}">
                <a16:creationId xmlns:a16="http://schemas.microsoft.com/office/drawing/2014/main" id="{6F018142-FECD-4B6B-83A0-271D61B53917}"/>
              </a:ext>
            </a:extLst>
          </p:cNvPr>
          <p:cNvSpPr>
            <a:spLocks xmlns:a="http://schemas.openxmlformats.org/drawingml/2006/main" noGrp="1"/>
          </p:cNvSpPr>
          <p:nvPr/>
        </p:nvSpPr>
        <p:spPr>
          <a:xfrm xmlns:a="http://schemas.openxmlformats.org/drawingml/2006/main">
            <a:off x="1762125" y="2228850"/>
            <a:ext cx="2952750" cy="2124075"/>
          </a:xfrm>
          <a:prstGeom xmlns:a="http://schemas.openxmlformats.org/drawingml/2006/main" prst="ellipse">
            <a:avLst/>
          </a:prstGeom>
          <a:noFill xmlns:a="http://schemas.openxmlformats.org/drawingml/2006/main"/>
          <a:ln xmlns:a="http://schemas.openxmlformats.org/drawingml/2006/main" w="14288">
            <a:solidFill>
              <a:srgbClr val="D1ECFE"/>
            </a:solidFill>
            <a:prstDash val="solid"/>
          </a:ln>
        </p:spPr>
      </p:sp>
      <p:sp>
        <p:nvSpPr>
          <p:cNvPr id="6" name="ellipse-257">
            <a:extLst xmlns:a="http://schemas.openxmlformats.org/drawingml/2006/main">
              <a:ext uri="{FF2B5EF4-FFF2-40B4-BE49-F238E27FC236}">
                <a16:creationId xmlns:a16="http://schemas.microsoft.com/office/drawing/2014/main" id="{33503A70-52B2-41B4-A8C8-F750093CB733}"/>
              </a:ext>
            </a:extLst>
          </p:cNvPr>
          <p:cNvSpPr>
            <a:spLocks xmlns:a="http://schemas.openxmlformats.org/drawingml/2006/main" noGrp="1"/>
          </p:cNvSpPr>
          <p:nvPr/>
        </p:nvSpPr>
        <p:spPr>
          <a:xfrm xmlns:a="http://schemas.openxmlformats.org/drawingml/2006/main">
            <a:off x="2200275" y="1971675"/>
            <a:ext cx="323850" cy="3238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7" name="textbox-258">
            <a:extLst xmlns:a="http://schemas.openxmlformats.org/drawingml/2006/main">
              <a:ext uri="{FF2B5EF4-FFF2-40B4-BE49-F238E27FC236}">
                <a16:creationId xmlns:a16="http://schemas.microsoft.com/office/drawing/2014/main" id="{1E7BB3EA-F3FF-4A9A-A681-D123017B758E}"/>
              </a:ext>
            </a:extLst>
          </p:cNvPr>
          <p:cNvSpPr>
            <a:spLocks xmlns:a="http://schemas.openxmlformats.org/drawingml/2006/main" noGrp="1"/>
          </p:cNvSpPr>
          <p:nvPr/>
        </p:nvSpPr>
        <p:spPr>
          <a:xfrm xmlns:a="http://schemas.openxmlformats.org/drawingml/2006/main">
            <a:off x="2200275" y="19907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0079C8"/>
                </a:solidFill>
                <a:latin typeface="Segoe UI"/>
                <a:ea typeface="Segoe UI"/>
                <a:cs typeface="Segoe UI"/>
              </a:defRPr>
            </a:pPr>
            <a:r>
              <a:rPr sz="1575" b="1">
                <a:solidFill>
                  <a:srgbClr val="0079C8"/>
                </a:solidFill>
                <a:latin typeface="Segoe UI"/>
                <a:ea typeface="Segoe UI"/>
                <a:cs typeface="Segoe UI"/>
              </a:rPr>
              <a:t>1</a:t>
            </a:r>
          </a:p>
        </p:txBody>
      </p:sp>
      <p:sp>
        <p:nvSpPr>
          <p:cNvPr id="8" name="textbox-259">
            <a:extLst xmlns:a="http://schemas.openxmlformats.org/drawingml/2006/main">
              <a:ext uri="{FF2B5EF4-FFF2-40B4-BE49-F238E27FC236}">
                <a16:creationId xmlns:a16="http://schemas.microsoft.com/office/drawing/2014/main" id="{64D079DD-163A-4D97-A3C8-E571D9D8F482}"/>
              </a:ext>
            </a:extLst>
          </p:cNvPr>
          <p:cNvSpPr>
            <a:spLocks xmlns:a="http://schemas.openxmlformats.org/drawingml/2006/main" noGrp="1"/>
          </p:cNvSpPr>
          <p:nvPr/>
        </p:nvSpPr>
        <p:spPr>
          <a:xfrm xmlns:a="http://schemas.openxmlformats.org/drawingml/2006/main">
            <a:off x="1704975" y="1647825"/>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Value</a:t>
            </a:r>
          </a:p>
        </p:txBody>
      </p:sp>
      <p:sp>
        <p:nvSpPr>
          <p:cNvPr id="9" name="ellipse-260">
            <a:extLst xmlns:a="http://schemas.openxmlformats.org/drawingml/2006/main">
              <a:ext uri="{FF2B5EF4-FFF2-40B4-BE49-F238E27FC236}">
                <a16:creationId xmlns:a16="http://schemas.microsoft.com/office/drawing/2014/main" id="{04B0A811-A6BA-4CE6-9F0E-899D04E404BF}"/>
              </a:ext>
            </a:extLst>
          </p:cNvPr>
          <p:cNvSpPr>
            <a:spLocks xmlns:a="http://schemas.openxmlformats.org/drawingml/2006/main" noGrp="1"/>
          </p:cNvSpPr>
          <p:nvPr/>
        </p:nvSpPr>
        <p:spPr>
          <a:xfrm xmlns:a="http://schemas.openxmlformats.org/drawingml/2006/main">
            <a:off x="3952875" y="1971675"/>
            <a:ext cx="323850" cy="3238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0" name="textbox-261">
            <a:extLst xmlns:a="http://schemas.openxmlformats.org/drawingml/2006/main">
              <a:ext uri="{FF2B5EF4-FFF2-40B4-BE49-F238E27FC236}">
                <a16:creationId xmlns:a16="http://schemas.microsoft.com/office/drawing/2014/main" id="{FACAEB3C-3188-42D4-99DF-770655D74650}"/>
              </a:ext>
            </a:extLst>
          </p:cNvPr>
          <p:cNvSpPr>
            <a:spLocks xmlns:a="http://schemas.openxmlformats.org/drawingml/2006/main" noGrp="1"/>
          </p:cNvSpPr>
          <p:nvPr/>
        </p:nvSpPr>
        <p:spPr>
          <a:xfrm xmlns:a="http://schemas.openxmlformats.org/drawingml/2006/main">
            <a:off x="3952875" y="19907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0079C8"/>
                </a:solidFill>
                <a:latin typeface="Segoe UI"/>
                <a:ea typeface="Segoe UI"/>
                <a:cs typeface="Segoe UI"/>
              </a:defRPr>
            </a:pPr>
            <a:r>
              <a:rPr sz="1575" b="1">
                <a:solidFill>
                  <a:srgbClr val="0079C8"/>
                </a:solidFill>
                <a:latin typeface="Segoe UI"/>
                <a:ea typeface="Segoe UI"/>
                <a:cs typeface="Segoe UI"/>
              </a:rPr>
              <a:t>2</a:t>
            </a:r>
          </a:p>
        </p:txBody>
      </p:sp>
      <p:sp>
        <p:nvSpPr>
          <p:cNvPr id="11" name="textbox-262">
            <a:extLst xmlns:a="http://schemas.openxmlformats.org/drawingml/2006/main">
              <a:ext uri="{FF2B5EF4-FFF2-40B4-BE49-F238E27FC236}">
                <a16:creationId xmlns:a16="http://schemas.microsoft.com/office/drawing/2014/main" id="{80DDBEB5-369E-4591-9FAB-22011A8D37EA}"/>
              </a:ext>
            </a:extLst>
          </p:cNvPr>
          <p:cNvSpPr>
            <a:spLocks xmlns:a="http://schemas.openxmlformats.org/drawingml/2006/main" noGrp="1"/>
          </p:cNvSpPr>
          <p:nvPr/>
        </p:nvSpPr>
        <p:spPr>
          <a:xfrm xmlns:a="http://schemas.openxmlformats.org/drawingml/2006/main">
            <a:off x="3457575" y="1647825"/>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Action</a:t>
            </a:r>
          </a:p>
        </p:txBody>
      </p:sp>
      <p:sp>
        <p:nvSpPr>
          <p:cNvPr id="12" name="ellipse-263">
            <a:extLst xmlns:a="http://schemas.openxmlformats.org/drawingml/2006/main">
              <a:ext uri="{FF2B5EF4-FFF2-40B4-BE49-F238E27FC236}">
                <a16:creationId xmlns:a16="http://schemas.microsoft.com/office/drawing/2014/main" id="{7839BFFD-6C1E-4488-B318-4725C9789076}"/>
              </a:ext>
            </a:extLst>
          </p:cNvPr>
          <p:cNvSpPr>
            <a:spLocks xmlns:a="http://schemas.openxmlformats.org/drawingml/2006/main" noGrp="1"/>
          </p:cNvSpPr>
          <p:nvPr/>
        </p:nvSpPr>
        <p:spPr>
          <a:xfrm xmlns:a="http://schemas.openxmlformats.org/drawingml/2006/main">
            <a:off x="4838700" y="3143250"/>
            <a:ext cx="323850" cy="3238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3" name="textbox-264">
            <a:extLst xmlns:a="http://schemas.openxmlformats.org/drawingml/2006/main">
              <a:ext uri="{FF2B5EF4-FFF2-40B4-BE49-F238E27FC236}">
                <a16:creationId xmlns:a16="http://schemas.microsoft.com/office/drawing/2014/main" id="{13E53959-C391-400E-A298-6A1BB0E8C50A}"/>
              </a:ext>
            </a:extLst>
          </p:cNvPr>
          <p:cNvSpPr>
            <a:spLocks xmlns:a="http://schemas.openxmlformats.org/drawingml/2006/main" noGrp="1"/>
          </p:cNvSpPr>
          <p:nvPr/>
        </p:nvSpPr>
        <p:spPr>
          <a:xfrm xmlns:a="http://schemas.openxmlformats.org/drawingml/2006/main">
            <a:off x="4838700" y="316230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0079C8"/>
                </a:solidFill>
                <a:latin typeface="Segoe UI"/>
                <a:ea typeface="Segoe UI"/>
                <a:cs typeface="Segoe UI"/>
              </a:defRPr>
            </a:pPr>
            <a:r>
              <a:rPr sz="1575" b="1">
                <a:solidFill>
                  <a:srgbClr val="0079C8"/>
                </a:solidFill>
                <a:latin typeface="Segoe UI"/>
                <a:ea typeface="Segoe UI"/>
                <a:cs typeface="Segoe UI"/>
              </a:rPr>
              <a:t>3</a:t>
            </a:r>
          </a:p>
        </p:txBody>
      </p:sp>
      <p:sp>
        <p:nvSpPr>
          <p:cNvPr id="14" name="textbox-265">
            <a:extLst xmlns:a="http://schemas.openxmlformats.org/drawingml/2006/main">
              <a:ext uri="{FF2B5EF4-FFF2-40B4-BE49-F238E27FC236}">
                <a16:creationId xmlns:a16="http://schemas.microsoft.com/office/drawing/2014/main" id="{81A32077-00D1-45A6-8FF5-35ADE2803F22}"/>
              </a:ext>
            </a:extLst>
          </p:cNvPr>
          <p:cNvSpPr>
            <a:spLocks xmlns:a="http://schemas.openxmlformats.org/drawingml/2006/main" noGrp="1"/>
          </p:cNvSpPr>
          <p:nvPr/>
        </p:nvSpPr>
        <p:spPr>
          <a:xfrm xmlns:a="http://schemas.openxmlformats.org/drawingml/2006/main">
            <a:off x="5229225" y="3048000"/>
            <a:ext cx="1000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Follow</a:t>
            </a:r>
          </a:p>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up</a:t>
            </a:r>
          </a:p>
        </p:txBody>
      </p:sp>
      <p:sp>
        <p:nvSpPr>
          <p:cNvPr id="15" name="ellipse-266">
            <a:extLst xmlns:a="http://schemas.openxmlformats.org/drawingml/2006/main">
              <a:ext uri="{FF2B5EF4-FFF2-40B4-BE49-F238E27FC236}">
                <a16:creationId xmlns:a16="http://schemas.microsoft.com/office/drawing/2014/main" id="{3A9DF3D9-242E-4246-8FF2-E4396CBD36DF}"/>
              </a:ext>
            </a:extLst>
          </p:cNvPr>
          <p:cNvSpPr>
            <a:spLocks xmlns:a="http://schemas.openxmlformats.org/drawingml/2006/main" noGrp="1"/>
          </p:cNvSpPr>
          <p:nvPr/>
        </p:nvSpPr>
        <p:spPr>
          <a:xfrm xmlns:a="http://schemas.openxmlformats.org/drawingml/2006/main">
            <a:off x="3952875" y="4314825"/>
            <a:ext cx="323850" cy="3238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6" name="textbox-267">
            <a:extLst xmlns:a="http://schemas.openxmlformats.org/drawingml/2006/main">
              <a:ext uri="{FF2B5EF4-FFF2-40B4-BE49-F238E27FC236}">
                <a16:creationId xmlns:a16="http://schemas.microsoft.com/office/drawing/2014/main" id="{4B558C4F-EBA1-4BB1-991E-FFA0828255E4}"/>
              </a:ext>
            </a:extLst>
          </p:cNvPr>
          <p:cNvSpPr>
            <a:spLocks xmlns:a="http://schemas.openxmlformats.org/drawingml/2006/main" noGrp="1"/>
          </p:cNvSpPr>
          <p:nvPr/>
        </p:nvSpPr>
        <p:spPr>
          <a:xfrm xmlns:a="http://schemas.openxmlformats.org/drawingml/2006/main">
            <a:off x="3952875" y="43338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0079C8"/>
                </a:solidFill>
                <a:latin typeface="Segoe UI"/>
                <a:ea typeface="Segoe UI"/>
                <a:cs typeface="Segoe UI"/>
              </a:defRPr>
            </a:pPr>
            <a:r>
              <a:rPr sz="1575" b="1">
                <a:solidFill>
                  <a:srgbClr val="0079C8"/>
                </a:solidFill>
                <a:latin typeface="Segoe UI"/>
                <a:ea typeface="Segoe UI"/>
                <a:cs typeface="Segoe UI"/>
              </a:rPr>
              <a:t>4</a:t>
            </a:r>
          </a:p>
        </p:txBody>
      </p:sp>
      <p:sp>
        <p:nvSpPr>
          <p:cNvPr id="17" name="textbox-268">
            <a:extLst xmlns:a="http://schemas.openxmlformats.org/drawingml/2006/main">
              <a:ext uri="{FF2B5EF4-FFF2-40B4-BE49-F238E27FC236}">
                <a16:creationId xmlns:a16="http://schemas.microsoft.com/office/drawing/2014/main" id="{D966C4C7-AF76-4FEF-AF5F-351D22846D51}"/>
              </a:ext>
            </a:extLst>
          </p:cNvPr>
          <p:cNvSpPr>
            <a:spLocks xmlns:a="http://schemas.openxmlformats.org/drawingml/2006/main" noGrp="1"/>
          </p:cNvSpPr>
          <p:nvPr/>
        </p:nvSpPr>
        <p:spPr>
          <a:xfrm xmlns:a="http://schemas.openxmlformats.org/drawingml/2006/main">
            <a:off x="3457575" y="4724400"/>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Feedback</a:t>
            </a:r>
          </a:p>
        </p:txBody>
      </p:sp>
      <p:sp>
        <p:nvSpPr>
          <p:cNvPr id="18" name="ellipse-269">
            <a:extLst xmlns:a="http://schemas.openxmlformats.org/drawingml/2006/main">
              <a:ext uri="{FF2B5EF4-FFF2-40B4-BE49-F238E27FC236}">
                <a16:creationId xmlns:a16="http://schemas.microsoft.com/office/drawing/2014/main" id="{9CD2C39E-E798-4A92-A7AE-62950FB01219}"/>
              </a:ext>
            </a:extLst>
          </p:cNvPr>
          <p:cNvSpPr>
            <a:spLocks xmlns:a="http://schemas.openxmlformats.org/drawingml/2006/main" noGrp="1"/>
          </p:cNvSpPr>
          <p:nvPr/>
        </p:nvSpPr>
        <p:spPr>
          <a:xfrm xmlns:a="http://schemas.openxmlformats.org/drawingml/2006/main">
            <a:off x="2200275" y="4314825"/>
            <a:ext cx="323850" cy="3238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9" name="textbox-270">
            <a:extLst xmlns:a="http://schemas.openxmlformats.org/drawingml/2006/main">
              <a:ext uri="{FF2B5EF4-FFF2-40B4-BE49-F238E27FC236}">
                <a16:creationId xmlns:a16="http://schemas.microsoft.com/office/drawing/2014/main" id="{2CD2D1C4-57A9-4A76-A970-C26A225EB5A6}"/>
              </a:ext>
            </a:extLst>
          </p:cNvPr>
          <p:cNvSpPr>
            <a:spLocks xmlns:a="http://schemas.openxmlformats.org/drawingml/2006/main" noGrp="1"/>
          </p:cNvSpPr>
          <p:nvPr/>
        </p:nvSpPr>
        <p:spPr>
          <a:xfrm xmlns:a="http://schemas.openxmlformats.org/drawingml/2006/main">
            <a:off x="2200275" y="43338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0079C8"/>
                </a:solidFill>
                <a:latin typeface="Segoe UI"/>
                <a:ea typeface="Segoe UI"/>
                <a:cs typeface="Segoe UI"/>
              </a:defRPr>
            </a:pPr>
            <a:r>
              <a:rPr sz="1575" b="1">
                <a:solidFill>
                  <a:srgbClr val="0079C8"/>
                </a:solidFill>
                <a:latin typeface="Segoe UI"/>
                <a:ea typeface="Segoe UI"/>
                <a:cs typeface="Segoe UI"/>
              </a:rPr>
              <a:t>5</a:t>
            </a:r>
          </a:p>
        </p:txBody>
      </p:sp>
      <p:sp>
        <p:nvSpPr>
          <p:cNvPr id="20" name="textbox-271">
            <a:extLst xmlns:a="http://schemas.openxmlformats.org/drawingml/2006/main">
              <a:ext uri="{FF2B5EF4-FFF2-40B4-BE49-F238E27FC236}">
                <a16:creationId xmlns:a16="http://schemas.microsoft.com/office/drawing/2014/main" id="{476AF5B9-DFDE-49DE-81EB-931324810328}"/>
              </a:ext>
            </a:extLst>
          </p:cNvPr>
          <p:cNvSpPr>
            <a:spLocks xmlns:a="http://schemas.openxmlformats.org/drawingml/2006/main" noGrp="1"/>
          </p:cNvSpPr>
          <p:nvPr/>
        </p:nvSpPr>
        <p:spPr>
          <a:xfrm xmlns:a="http://schemas.openxmlformats.org/drawingml/2006/main">
            <a:off x="1704975" y="4724400"/>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Learn</a:t>
            </a:r>
          </a:p>
        </p:txBody>
      </p:sp>
      <p:sp>
        <p:nvSpPr>
          <p:cNvPr id="21" name="ellipse-272">
            <a:extLst xmlns:a="http://schemas.openxmlformats.org/drawingml/2006/main">
              <a:ext uri="{FF2B5EF4-FFF2-40B4-BE49-F238E27FC236}">
                <a16:creationId xmlns:a16="http://schemas.microsoft.com/office/drawing/2014/main" id="{647911DC-5F30-4D7B-AEA1-8EDC92E0BF15}"/>
              </a:ext>
            </a:extLst>
          </p:cNvPr>
          <p:cNvSpPr>
            <a:spLocks xmlns:a="http://schemas.openxmlformats.org/drawingml/2006/main" noGrp="1"/>
          </p:cNvSpPr>
          <p:nvPr/>
        </p:nvSpPr>
        <p:spPr>
          <a:xfrm xmlns:a="http://schemas.openxmlformats.org/drawingml/2006/main">
            <a:off x="1314450" y="3143250"/>
            <a:ext cx="323850" cy="3238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2" name="textbox-273">
            <a:extLst xmlns:a="http://schemas.openxmlformats.org/drawingml/2006/main">
              <a:ext uri="{FF2B5EF4-FFF2-40B4-BE49-F238E27FC236}">
                <a16:creationId xmlns:a16="http://schemas.microsoft.com/office/drawing/2014/main" id="{6D0A5A12-39A8-4225-832E-BEE340A1C917}"/>
              </a:ext>
            </a:extLst>
          </p:cNvPr>
          <p:cNvSpPr>
            <a:spLocks xmlns:a="http://schemas.openxmlformats.org/drawingml/2006/main" noGrp="1"/>
          </p:cNvSpPr>
          <p:nvPr/>
        </p:nvSpPr>
        <p:spPr>
          <a:xfrm xmlns:a="http://schemas.openxmlformats.org/drawingml/2006/main">
            <a:off x="1314450" y="316230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0079C8"/>
                </a:solidFill>
                <a:latin typeface="Segoe UI"/>
                <a:ea typeface="Segoe UI"/>
                <a:cs typeface="Segoe UI"/>
              </a:defRPr>
            </a:pPr>
            <a:r>
              <a:rPr sz="1575" b="1">
                <a:solidFill>
                  <a:srgbClr val="0079C8"/>
                </a:solidFill>
                <a:latin typeface="Segoe UI"/>
                <a:ea typeface="Segoe UI"/>
                <a:cs typeface="Segoe UI"/>
              </a:rPr>
              <a:t>6</a:t>
            </a:r>
          </a:p>
        </p:txBody>
      </p:sp>
      <p:sp>
        <p:nvSpPr>
          <p:cNvPr id="23" name="textbox-274">
            <a:extLst xmlns:a="http://schemas.openxmlformats.org/drawingml/2006/main">
              <a:ext uri="{FF2B5EF4-FFF2-40B4-BE49-F238E27FC236}">
                <a16:creationId xmlns:a16="http://schemas.microsoft.com/office/drawing/2014/main" id="{297C2CBF-B44D-4AA2-A62F-92528E3922C6}"/>
              </a:ext>
            </a:extLst>
          </p:cNvPr>
          <p:cNvSpPr>
            <a:spLocks xmlns:a="http://schemas.openxmlformats.org/drawingml/2006/main" noGrp="1"/>
          </p:cNvSpPr>
          <p:nvPr/>
        </p:nvSpPr>
        <p:spPr>
          <a:xfrm xmlns:a="http://schemas.openxmlformats.org/drawingml/2006/main">
            <a:off x="371475" y="3048000"/>
            <a:ext cx="8858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Next</a:t>
            </a:r>
          </a:p>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journey</a:t>
            </a:r>
          </a:p>
        </p:txBody>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62c6d564651d4108"/>
          <a:stretch xmlns:a="http://schemas.openxmlformats.org/drawingml/2006/main"/>
        </p:blipFill>
        <p:spPr>
          <a:xfrm xmlns:a="http://schemas.openxmlformats.org/drawingml/2006/main">
            <a:off x="2490788" y="2266950"/>
            <a:ext cx="1495425" cy="1495425"/>
          </a:xfrm>
          <a:prstGeom xmlns:a="http://schemas.openxmlformats.org/drawingml/2006/main" prst="rect">
            <a:avLst/>
          </a:prstGeom>
        </p:spPr>
      </p:pic>
      <p:sp>
        <p:nvSpPr>
          <p:cNvPr id="25" name="textbox-275">
            <a:extLst xmlns:a="http://schemas.openxmlformats.org/drawingml/2006/main">
              <a:ext uri="{FF2B5EF4-FFF2-40B4-BE49-F238E27FC236}">
                <a16:creationId xmlns:a16="http://schemas.microsoft.com/office/drawing/2014/main" id="{0FCC7F1F-1696-4FD1-A5FA-1D1D619225A4}"/>
              </a:ext>
            </a:extLst>
          </p:cNvPr>
          <p:cNvSpPr>
            <a:spLocks xmlns:a="http://schemas.openxmlformats.org/drawingml/2006/main" noGrp="1"/>
          </p:cNvSpPr>
          <p:nvPr/>
        </p:nvSpPr>
        <p:spPr>
          <a:xfrm xmlns:a="http://schemas.openxmlformats.org/drawingml/2006/main">
            <a:off x="2190750" y="378142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FFFFFF"/>
                </a:solidFill>
                <a:latin typeface="Segoe UI"/>
                <a:ea typeface="Segoe UI"/>
                <a:cs typeface="Segoe UI"/>
              </a:defRPr>
            </a:pPr>
            <a:r>
              <a:rPr sz="1350" b="1">
                <a:solidFill>
                  <a:srgbClr val="FFFFFF"/>
                </a:solidFill>
                <a:latin typeface="Segoe UI"/>
                <a:ea typeface="Segoe UI"/>
                <a:cs typeface="Segoe UI"/>
              </a:rPr>
              <a:t>NAVIGATION</a:t>
            </a:r>
          </a:p>
        </p:txBody>
      </p:sp>
      <p:sp>
        <p:nvSpPr>
          <p:cNvPr id="26" name="textbox-276">
            <a:extLst xmlns:a="http://schemas.openxmlformats.org/drawingml/2006/main">
              <a:ext uri="{FF2B5EF4-FFF2-40B4-BE49-F238E27FC236}">
                <a16:creationId xmlns:a16="http://schemas.microsoft.com/office/drawing/2014/main" id="{67BD28EF-6347-4E66-A6CD-5D86DD0616D4}"/>
              </a:ext>
            </a:extLst>
          </p:cNvPr>
          <p:cNvSpPr>
            <a:spLocks xmlns:a="http://schemas.openxmlformats.org/drawingml/2006/main" noGrp="1"/>
          </p:cNvSpPr>
          <p:nvPr/>
        </p:nvSpPr>
        <p:spPr>
          <a:xfrm xmlns:a="http://schemas.openxmlformats.org/drawingml/2006/main">
            <a:off x="2571750" y="4048125"/>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FFFFFF"/>
                </a:solidFill>
                <a:latin typeface="Segoe UI"/>
                <a:ea typeface="Segoe UI"/>
                <a:cs typeface="Segoe UI"/>
              </a:defRPr>
            </a:pPr>
            <a:r>
              <a:rPr sz="1350" b="0">
                <a:solidFill>
                  <a:srgbClr val="FFFFFF"/>
                </a:solidFill>
                <a:latin typeface="Segoe UI"/>
                <a:ea typeface="Segoe UI"/>
                <a:cs typeface="Segoe UI"/>
              </a:rPr>
              <a:t>with trust</a:t>
            </a:r>
          </a:p>
        </p:txBody>
      </p:sp>
      <p:sp>
        <p:nvSpPr>
          <p:cNvPr id="27" name="textbox-277">
            <a:extLst xmlns:a="http://schemas.openxmlformats.org/drawingml/2006/main">
              <a:ext uri="{FF2B5EF4-FFF2-40B4-BE49-F238E27FC236}">
                <a16:creationId xmlns:a16="http://schemas.microsoft.com/office/drawing/2014/main" id="{93F4346B-E850-4AB6-9ACF-6AF789BFDF7A}"/>
              </a:ext>
            </a:extLst>
          </p:cNvPr>
          <p:cNvSpPr>
            <a:spLocks xmlns:a="http://schemas.openxmlformats.org/drawingml/2006/main" noGrp="1"/>
          </p:cNvSpPr>
          <p:nvPr/>
        </p:nvSpPr>
        <p:spPr>
          <a:xfrm xmlns:a="http://schemas.openxmlformats.org/drawingml/2006/main">
            <a:off x="6448425" y="1847850"/>
            <a:ext cx="49244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BDE5FF"/>
                </a:solidFill>
                <a:latin typeface="Segoe UI"/>
                <a:ea typeface="Segoe UI"/>
                <a:cs typeface="Segoe UI"/>
              </a:defRPr>
            </a:pPr>
            <a:r>
              <a:rPr sz="1275" b="1">
                <a:solidFill>
                  <a:srgbClr val="BDE5FF"/>
                </a:solidFill>
                <a:latin typeface="Segoe UI"/>
                <a:ea typeface="Segoe UI"/>
                <a:cs typeface="Segoe UI"/>
              </a:rPr>
              <a:t>SIX MONTHS LATER</a:t>
            </a:r>
          </a:p>
        </p:txBody>
      </p:sp>
      <p:sp>
        <p:nvSpPr>
          <p:cNvPr id="28" name="textbox-278">
            <a:extLst xmlns:a="http://schemas.openxmlformats.org/drawingml/2006/main">
              <a:ext uri="{FF2B5EF4-FFF2-40B4-BE49-F238E27FC236}">
                <a16:creationId xmlns:a16="http://schemas.microsoft.com/office/drawing/2014/main" id="{69CEA471-7D35-44BD-B395-B3BF696E3778}"/>
              </a:ext>
            </a:extLst>
          </p:cNvPr>
          <p:cNvSpPr>
            <a:spLocks xmlns:a="http://schemas.openxmlformats.org/drawingml/2006/main" noGrp="1"/>
          </p:cNvSpPr>
          <p:nvPr/>
        </p:nvSpPr>
        <p:spPr>
          <a:xfrm xmlns:a="http://schemas.openxmlformats.org/drawingml/2006/main">
            <a:off x="6429375" y="2286000"/>
            <a:ext cx="5181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FFFFF"/>
                </a:solidFill>
                <a:latin typeface="Segoe UI"/>
                <a:ea typeface="Segoe UI"/>
                <a:cs typeface="Segoe UI"/>
              </a:defRPr>
            </a:pPr>
            <a:r>
              <a:rPr sz="2700" b="1">
                <a:solidFill>
                  <a:srgbClr val="FFFFFF"/>
                </a:solidFill>
                <a:latin typeface="Segoe UI"/>
                <a:ea typeface="Segoe UI"/>
                <a:cs typeface="Segoe UI"/>
              </a:rPr>
              <a:t>“I have a bad cough.”</a:t>
            </a:r>
          </a:p>
        </p:txBody>
      </p:sp>
      <p:sp>
        <p:nvSpPr>
          <p:cNvPr id="29" name="textbox-279">
            <a:extLst xmlns:a="http://schemas.openxmlformats.org/drawingml/2006/main">
              <a:ext uri="{FF2B5EF4-FFF2-40B4-BE49-F238E27FC236}">
                <a16:creationId xmlns:a16="http://schemas.microsoft.com/office/drawing/2014/main" id="{4A511573-79E6-4278-9CE1-656115FCCB1E}"/>
              </a:ext>
            </a:extLst>
          </p:cNvPr>
          <p:cNvSpPr>
            <a:spLocks xmlns:a="http://schemas.openxmlformats.org/drawingml/2006/main" noGrp="1"/>
          </p:cNvSpPr>
          <p:nvPr/>
        </p:nvSpPr>
        <p:spPr>
          <a:xfrm xmlns:a="http://schemas.openxmlformats.org/drawingml/2006/main">
            <a:off x="6448425" y="3009900"/>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FFF"/>
                </a:solidFill>
                <a:latin typeface="Segoe UI"/>
                <a:ea typeface="Segoe UI"/>
                <a:cs typeface="Segoe UI"/>
              </a:defRPr>
            </a:pPr>
            <a:r>
              <a:rPr sz="1950" b="0">
                <a:solidFill>
                  <a:srgbClr val="FFFFFF"/>
                </a:solidFill>
                <a:latin typeface="Segoe UI"/>
                <a:ea typeface="Segoe UI"/>
                <a:cs typeface="Segoe UI"/>
              </a:rPr>
              <a:t>Bianca confirms what matters now:</a:t>
            </a:r>
          </a:p>
        </p:txBody>
      </p:sp>
      <p:sp>
        <p:nvSpPr>
          <p:cNvPr id="30" name="textbox-280">
            <a:extLst xmlns:a="http://schemas.openxmlformats.org/drawingml/2006/main">
              <a:ext uri="{FF2B5EF4-FFF2-40B4-BE49-F238E27FC236}">
                <a16:creationId xmlns:a16="http://schemas.microsoft.com/office/drawing/2014/main" id="{CC1EDE79-738D-4314-A0A7-772D4D5B8D1A}"/>
              </a:ext>
            </a:extLst>
          </p:cNvPr>
          <p:cNvSpPr>
            <a:spLocks xmlns:a="http://schemas.openxmlformats.org/drawingml/2006/main" noGrp="1"/>
          </p:cNvSpPr>
          <p:nvPr/>
        </p:nvSpPr>
        <p:spPr>
          <a:xfrm xmlns:a="http://schemas.openxmlformats.org/drawingml/2006/main">
            <a:off x="6448425" y="3505200"/>
            <a:ext cx="500062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Segoe UI"/>
                <a:ea typeface="Segoe UI"/>
                <a:cs typeface="Segoe UI"/>
              </a:defRPr>
            </a:pPr>
            <a:r>
              <a:rPr sz="2100" b="1">
                <a:solidFill>
                  <a:srgbClr val="FFFFFF"/>
                </a:solidFill>
                <a:latin typeface="Segoe UI"/>
                <a:ea typeface="Segoe UI"/>
                <a:cs typeface="Segoe UI"/>
              </a:rPr>
              <a:t>Evening appointments</a:t>
            </a:r>
          </a:p>
          <a:p xmlns:a="http://schemas.openxmlformats.org/drawingml/2006/main">
            <a:pPr algn="l">
              <a:defRPr sz="2100" b="1">
                <a:solidFill>
                  <a:srgbClr val="FFFFFF"/>
                </a:solidFill>
                <a:latin typeface="Segoe UI"/>
                <a:ea typeface="Segoe UI"/>
                <a:cs typeface="Segoe UI"/>
              </a:defRPr>
            </a:pPr>
            <a:r>
              <a:rPr sz="2100" b="1">
                <a:solidFill>
                  <a:srgbClr val="FFFFFF"/>
                </a:solidFill>
                <a:latin typeface="Segoe UI"/>
                <a:ea typeface="Segoe UI"/>
                <a:cs typeface="Segoe UI"/>
              </a:rPr>
              <a:t>Nearby care</a:t>
            </a:r>
          </a:p>
          <a:p xmlns:a="http://schemas.openxmlformats.org/drawingml/2006/main">
            <a:pPr algn="l">
              <a:defRPr sz="2100" b="1">
                <a:solidFill>
                  <a:srgbClr val="FFFFFF"/>
                </a:solidFill>
                <a:latin typeface="Segoe UI"/>
                <a:ea typeface="Segoe UI"/>
                <a:cs typeface="Segoe UI"/>
              </a:defRPr>
            </a:pPr>
            <a:r>
              <a:rPr sz="2100" b="1">
                <a:solidFill>
                  <a:srgbClr val="FFFFFF"/>
                </a:solidFill>
                <a:latin typeface="Segoe UI"/>
                <a:ea typeface="Segoe UI"/>
                <a:cs typeface="Segoe UI"/>
              </a:rPr>
              <a:t>Lower upfront cost</a:t>
            </a:r>
          </a:p>
        </p:txBody>
      </p:sp>
      <p:sp>
        <p:nvSpPr>
          <p:cNvPr id="31" name="textbox-281">
            <a:extLst xmlns:a="http://schemas.openxmlformats.org/drawingml/2006/main">
              <a:ext uri="{FF2B5EF4-FFF2-40B4-BE49-F238E27FC236}">
                <a16:creationId xmlns:a16="http://schemas.microsoft.com/office/drawing/2014/main" id="{DFB98C38-388A-4680-ACB6-6F2D47247C2E}"/>
              </a:ext>
            </a:extLst>
          </p:cNvPr>
          <p:cNvSpPr>
            <a:spLocks xmlns:a="http://schemas.openxmlformats.org/drawingml/2006/main" noGrp="1"/>
          </p:cNvSpPr>
          <p:nvPr/>
        </p:nvSpPr>
        <p:spPr>
          <a:xfrm xmlns:a="http://schemas.openxmlformats.org/drawingml/2006/main">
            <a:off x="6448425" y="4772025"/>
            <a:ext cx="5095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E5FF"/>
                </a:solidFill>
                <a:latin typeface="Segoe UI"/>
                <a:ea typeface="Segoe UI"/>
                <a:cs typeface="Segoe UI"/>
              </a:defRPr>
            </a:pPr>
            <a:r>
              <a:rPr sz="1575" b="0">
                <a:solidFill>
                  <a:srgbClr val="BDE5FF"/>
                </a:solidFill>
                <a:latin typeface="Segoe UI"/>
                <a:ea typeface="Segoe UI"/>
                <a:cs typeface="Segoe UI"/>
              </a:rPr>
              <a:t>Fresh permission before personalisation.</a:t>
            </a:r>
          </a:p>
        </p:txBody>
      </p:sp>
      <p:sp>
        <p:nvSpPr>
          <p:cNvPr id="32" name="textbox-282">
            <a:extLst xmlns:a="http://schemas.openxmlformats.org/drawingml/2006/main">
              <a:ext uri="{FF2B5EF4-FFF2-40B4-BE49-F238E27FC236}">
                <a16:creationId xmlns:a16="http://schemas.microsoft.com/office/drawing/2014/main" id="{34B93EF6-9556-48A1-9C19-B94EF2827D6F}"/>
              </a:ext>
            </a:extLst>
          </p:cNvPr>
          <p:cNvSpPr>
            <a:spLocks xmlns:a="http://schemas.openxmlformats.org/drawingml/2006/main" noGrp="1"/>
          </p:cNvSpPr>
          <p:nvPr/>
        </p:nvSpPr>
        <p:spPr>
          <a:xfrm xmlns:a="http://schemas.openxmlformats.org/drawingml/2006/main">
            <a:off x="619125" y="5324475"/>
            <a:ext cx="2619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DE5FF"/>
                </a:solidFill>
                <a:latin typeface="Segoe UI"/>
                <a:ea typeface="Segoe UI"/>
                <a:cs typeface="Segoe UI"/>
              </a:defRPr>
            </a:pPr>
            <a:r>
              <a:rPr sz="975" b="1">
                <a:solidFill>
                  <a:srgbClr val="BDE5FF"/>
                </a:solidFill>
                <a:latin typeface="Segoe UI"/>
                <a:ea typeface="Segoe UI"/>
                <a:cs typeface="Segoe UI"/>
              </a:rPr>
              <a:t>PROVE</a:t>
            </a:r>
          </a:p>
        </p:txBody>
      </p:sp>
      <p:sp>
        <p:nvSpPr>
          <p:cNvPr id="33" name="textbox-283">
            <a:extLst xmlns:a="http://schemas.openxmlformats.org/drawingml/2006/main">
              <a:ext uri="{FF2B5EF4-FFF2-40B4-BE49-F238E27FC236}">
                <a16:creationId xmlns:a16="http://schemas.microsoft.com/office/drawing/2014/main" id="{4BBC4815-DD8A-49AA-BA88-464A37EA7A68}"/>
              </a:ext>
            </a:extLst>
          </p:cNvPr>
          <p:cNvSpPr>
            <a:spLocks xmlns:a="http://schemas.openxmlformats.org/drawingml/2006/main" noGrp="1"/>
          </p:cNvSpPr>
          <p:nvPr/>
        </p:nvSpPr>
        <p:spPr>
          <a:xfrm xmlns:a="http://schemas.openxmlformats.org/drawingml/2006/main">
            <a:off x="619125" y="5581650"/>
            <a:ext cx="26574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International students</a:t>
            </a:r>
          </a:p>
        </p:txBody>
      </p:sp>
      <p:sp>
        <p:nvSpPr>
          <p:cNvPr id="34" name="line-284">
            <a:extLst xmlns:a="http://schemas.openxmlformats.org/drawingml/2006/main">
              <a:ext uri="{FF2B5EF4-FFF2-40B4-BE49-F238E27FC236}">
                <a16:creationId xmlns:a16="http://schemas.microsoft.com/office/drawing/2014/main" id="{3C37402E-1BE4-486A-B306-D71265F2C908}"/>
              </a:ext>
            </a:extLst>
          </p:cNvPr>
          <p:cNvSpPr>
            <a:spLocks xmlns:a="http://schemas.openxmlformats.org/drawingml/2006/main" noGrp="1"/>
          </p:cNvSpPr>
          <p:nvPr/>
        </p:nvSpPr>
        <p:spPr>
          <a:xfrm xmlns:a="http://schemas.openxmlformats.org/drawingml/2006/main">
            <a:off x="3238500" y="5391150"/>
            <a:ext cx="0" cy="457200"/>
          </a:xfrm>
          <a:prstGeom xmlns:a="http://schemas.openxmlformats.org/drawingml/2006/main" prst="line">
            <a:avLst/>
          </a:prstGeom>
          <a:noFill xmlns:a="http://schemas.openxmlformats.org/drawingml/2006/main"/>
          <a:ln xmlns:a="http://schemas.openxmlformats.org/drawingml/2006/main" w="9525">
            <a:solidFill>
              <a:srgbClr val="63B1E3"/>
            </a:solidFill>
            <a:prstDash val="solid"/>
          </a:ln>
        </p:spPr>
      </p:sp>
      <p:sp>
        <p:nvSpPr>
          <p:cNvPr id="35" name="textbox-285">
            <a:extLst xmlns:a="http://schemas.openxmlformats.org/drawingml/2006/main">
              <a:ext uri="{FF2B5EF4-FFF2-40B4-BE49-F238E27FC236}">
                <a16:creationId xmlns:a16="http://schemas.microsoft.com/office/drawing/2014/main" id="{2B5F9573-91C8-4877-93AC-C504EA02E380}"/>
              </a:ext>
            </a:extLst>
          </p:cNvPr>
          <p:cNvSpPr>
            <a:spLocks xmlns:a="http://schemas.openxmlformats.org/drawingml/2006/main" noGrp="1"/>
          </p:cNvSpPr>
          <p:nvPr/>
        </p:nvSpPr>
        <p:spPr>
          <a:xfrm xmlns:a="http://schemas.openxmlformats.org/drawingml/2006/main">
            <a:off x="3419475" y="5324475"/>
            <a:ext cx="2619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DE5FF"/>
                </a:solidFill>
                <a:latin typeface="Segoe UI"/>
                <a:ea typeface="Segoe UI"/>
                <a:cs typeface="Segoe UI"/>
              </a:defRPr>
            </a:pPr>
            <a:r>
              <a:rPr sz="975" b="1">
                <a:solidFill>
                  <a:srgbClr val="BDE5FF"/>
                </a:solidFill>
                <a:latin typeface="Segoe UI"/>
                <a:ea typeface="Segoe UI"/>
                <a:cs typeface="Segoe UI"/>
              </a:rPr>
              <a:t>EXPAND</a:t>
            </a:r>
          </a:p>
        </p:txBody>
      </p:sp>
      <p:sp>
        <p:nvSpPr>
          <p:cNvPr id="36" name="textbox-286">
            <a:extLst xmlns:a="http://schemas.openxmlformats.org/drawingml/2006/main">
              <a:ext uri="{FF2B5EF4-FFF2-40B4-BE49-F238E27FC236}">
                <a16:creationId xmlns:a16="http://schemas.microsoft.com/office/drawing/2014/main" id="{CF9922B0-405B-414B-9A3C-5A25C3D99479}"/>
              </a:ext>
            </a:extLst>
          </p:cNvPr>
          <p:cNvSpPr>
            <a:spLocks xmlns:a="http://schemas.openxmlformats.org/drawingml/2006/main" noGrp="1"/>
          </p:cNvSpPr>
          <p:nvPr/>
        </p:nvSpPr>
        <p:spPr>
          <a:xfrm xmlns:a="http://schemas.openxmlformats.org/drawingml/2006/main">
            <a:off x="3419475" y="5581650"/>
            <a:ext cx="26574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FFFFFF"/>
                </a:solidFill>
                <a:latin typeface="Segoe UI"/>
                <a:ea typeface="Segoe UI"/>
                <a:cs typeface="Segoe UI"/>
              </a:defRPr>
            </a:pPr>
            <a:r>
              <a:rPr sz="1500" b="0">
                <a:solidFill>
                  <a:srgbClr val="FFFFFF"/>
                </a:solidFill>
                <a:latin typeface="Segoe UI"/>
                <a:ea typeface="Segoe UI"/>
                <a:cs typeface="Segoe UI"/>
              </a:rPr>
              <a:t>Young adults / new members</a:t>
            </a:r>
          </a:p>
        </p:txBody>
      </p:sp>
      <p:sp>
        <p:nvSpPr>
          <p:cNvPr id="37" name="line-287">
            <a:extLst xmlns:a="http://schemas.openxmlformats.org/drawingml/2006/main">
              <a:ext uri="{FF2B5EF4-FFF2-40B4-BE49-F238E27FC236}">
                <a16:creationId xmlns:a16="http://schemas.microsoft.com/office/drawing/2014/main" id="{328504F6-A356-4783-9200-680F3A86D59F}"/>
              </a:ext>
            </a:extLst>
          </p:cNvPr>
          <p:cNvSpPr>
            <a:spLocks xmlns:a="http://schemas.openxmlformats.org/drawingml/2006/main" noGrp="1"/>
          </p:cNvSpPr>
          <p:nvPr/>
        </p:nvSpPr>
        <p:spPr>
          <a:xfrm xmlns:a="http://schemas.openxmlformats.org/drawingml/2006/main">
            <a:off x="6038850" y="5391150"/>
            <a:ext cx="0" cy="457200"/>
          </a:xfrm>
          <a:prstGeom xmlns:a="http://schemas.openxmlformats.org/drawingml/2006/main" prst="line">
            <a:avLst/>
          </a:prstGeom>
          <a:noFill xmlns:a="http://schemas.openxmlformats.org/drawingml/2006/main"/>
          <a:ln xmlns:a="http://schemas.openxmlformats.org/drawingml/2006/main" w="9525">
            <a:solidFill>
              <a:srgbClr val="63B1E3"/>
            </a:solidFill>
            <a:prstDash val="solid"/>
          </a:ln>
        </p:spPr>
      </p:sp>
      <p:sp>
        <p:nvSpPr>
          <p:cNvPr id="38" name="textbox-288">
            <a:extLst xmlns:a="http://schemas.openxmlformats.org/drawingml/2006/main">
              <a:ext uri="{FF2B5EF4-FFF2-40B4-BE49-F238E27FC236}">
                <a16:creationId xmlns:a16="http://schemas.microsoft.com/office/drawing/2014/main" id="{7ED67D1A-7BA5-441D-8B99-3A976CAC3AA8}"/>
              </a:ext>
            </a:extLst>
          </p:cNvPr>
          <p:cNvSpPr>
            <a:spLocks xmlns:a="http://schemas.openxmlformats.org/drawingml/2006/main" noGrp="1"/>
          </p:cNvSpPr>
          <p:nvPr/>
        </p:nvSpPr>
        <p:spPr>
          <a:xfrm xmlns:a="http://schemas.openxmlformats.org/drawingml/2006/main">
            <a:off x="6219825" y="5324475"/>
            <a:ext cx="2619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DE5FF"/>
                </a:solidFill>
                <a:latin typeface="Segoe UI"/>
                <a:ea typeface="Segoe UI"/>
                <a:cs typeface="Segoe UI"/>
              </a:defRPr>
            </a:pPr>
            <a:r>
              <a:rPr sz="975" b="1">
                <a:solidFill>
                  <a:srgbClr val="BDE5FF"/>
                </a:solidFill>
                <a:latin typeface="Segoe UI"/>
                <a:ea typeface="Segoe UI"/>
                <a:cs typeface="Segoe UI"/>
              </a:rPr>
              <a:t>EXPAND</a:t>
            </a:r>
          </a:p>
        </p:txBody>
      </p:sp>
      <p:sp>
        <p:nvSpPr>
          <p:cNvPr id="39" name="textbox-289">
            <a:extLst xmlns:a="http://schemas.openxmlformats.org/drawingml/2006/main">
              <a:ext uri="{FF2B5EF4-FFF2-40B4-BE49-F238E27FC236}">
                <a16:creationId xmlns:a16="http://schemas.microsoft.com/office/drawing/2014/main" id="{EA1E94A1-63FA-4FEE-8C20-1E67AECD0570}"/>
              </a:ext>
            </a:extLst>
          </p:cNvPr>
          <p:cNvSpPr>
            <a:spLocks xmlns:a="http://schemas.openxmlformats.org/drawingml/2006/main" noGrp="1"/>
          </p:cNvSpPr>
          <p:nvPr/>
        </p:nvSpPr>
        <p:spPr>
          <a:xfrm xmlns:a="http://schemas.openxmlformats.org/drawingml/2006/main">
            <a:off x="6219825" y="5581650"/>
            <a:ext cx="26574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FFF"/>
                </a:solidFill>
                <a:latin typeface="Segoe UI"/>
                <a:ea typeface="Segoe UI"/>
                <a:cs typeface="Segoe UI"/>
              </a:defRPr>
            </a:pPr>
            <a:r>
              <a:rPr sz="1650" b="0">
                <a:solidFill>
                  <a:srgbClr val="FFFFFF"/>
                </a:solidFill>
                <a:latin typeface="Segoe UI"/>
                <a:ea typeface="Segoe UI"/>
                <a:cs typeface="Segoe UI"/>
              </a:rPr>
              <a:t>Families</a:t>
            </a:r>
          </a:p>
        </p:txBody>
      </p:sp>
      <p:sp>
        <p:nvSpPr>
          <p:cNvPr id="40" name="line-290">
            <a:extLst xmlns:a="http://schemas.openxmlformats.org/drawingml/2006/main">
              <a:ext uri="{FF2B5EF4-FFF2-40B4-BE49-F238E27FC236}">
                <a16:creationId xmlns:a16="http://schemas.microsoft.com/office/drawing/2014/main" id="{7CFED025-476C-4E48-85CA-252781162E41}"/>
              </a:ext>
            </a:extLst>
          </p:cNvPr>
          <p:cNvSpPr>
            <a:spLocks xmlns:a="http://schemas.openxmlformats.org/drawingml/2006/main" noGrp="1"/>
          </p:cNvSpPr>
          <p:nvPr/>
        </p:nvSpPr>
        <p:spPr>
          <a:xfrm xmlns:a="http://schemas.openxmlformats.org/drawingml/2006/main">
            <a:off x="8839200" y="5391150"/>
            <a:ext cx="0" cy="457200"/>
          </a:xfrm>
          <a:prstGeom xmlns:a="http://schemas.openxmlformats.org/drawingml/2006/main" prst="line">
            <a:avLst/>
          </a:prstGeom>
          <a:noFill xmlns:a="http://schemas.openxmlformats.org/drawingml/2006/main"/>
          <a:ln xmlns:a="http://schemas.openxmlformats.org/drawingml/2006/main" w="9525">
            <a:solidFill>
              <a:srgbClr val="63B1E3"/>
            </a:solidFill>
            <a:prstDash val="solid"/>
          </a:ln>
        </p:spPr>
      </p:sp>
      <p:sp>
        <p:nvSpPr>
          <p:cNvPr id="41" name="textbox-291">
            <a:extLst xmlns:a="http://schemas.openxmlformats.org/drawingml/2006/main">
              <a:ext uri="{FF2B5EF4-FFF2-40B4-BE49-F238E27FC236}">
                <a16:creationId xmlns:a16="http://schemas.microsoft.com/office/drawing/2014/main" id="{986BD828-DCD4-4994-BB37-AF856C6C871A}"/>
              </a:ext>
            </a:extLst>
          </p:cNvPr>
          <p:cNvSpPr>
            <a:spLocks xmlns:a="http://schemas.openxmlformats.org/drawingml/2006/main" noGrp="1"/>
          </p:cNvSpPr>
          <p:nvPr/>
        </p:nvSpPr>
        <p:spPr>
          <a:xfrm xmlns:a="http://schemas.openxmlformats.org/drawingml/2006/main">
            <a:off x="9020175" y="5324475"/>
            <a:ext cx="2619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DE5FF"/>
                </a:solidFill>
                <a:latin typeface="Segoe UI"/>
                <a:ea typeface="Segoe UI"/>
                <a:cs typeface="Segoe UI"/>
              </a:defRPr>
            </a:pPr>
            <a:r>
              <a:rPr sz="975" b="1">
                <a:solidFill>
                  <a:srgbClr val="BDE5FF"/>
                </a:solidFill>
                <a:latin typeface="Segoe UI"/>
                <a:ea typeface="Segoe UI"/>
                <a:cs typeface="Segoe UI"/>
              </a:rPr>
              <a:t>EXPAND</a:t>
            </a:r>
          </a:p>
        </p:txBody>
      </p:sp>
      <p:sp>
        <p:nvSpPr>
          <p:cNvPr id="42" name="textbox-292">
            <a:extLst xmlns:a="http://schemas.openxmlformats.org/drawingml/2006/main">
              <a:ext uri="{FF2B5EF4-FFF2-40B4-BE49-F238E27FC236}">
                <a16:creationId xmlns:a16="http://schemas.microsoft.com/office/drawing/2014/main" id="{C66F713C-33C8-4C91-A563-F79A4551E1F5}"/>
              </a:ext>
            </a:extLst>
          </p:cNvPr>
          <p:cNvSpPr>
            <a:spLocks xmlns:a="http://schemas.openxmlformats.org/drawingml/2006/main" noGrp="1"/>
          </p:cNvSpPr>
          <p:nvPr/>
        </p:nvSpPr>
        <p:spPr>
          <a:xfrm xmlns:a="http://schemas.openxmlformats.org/drawingml/2006/main">
            <a:off x="9020175" y="5581650"/>
            <a:ext cx="26574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FFF"/>
                </a:solidFill>
                <a:latin typeface="Segoe UI"/>
                <a:ea typeface="Segoe UI"/>
                <a:cs typeface="Segoe UI"/>
              </a:defRPr>
            </a:pPr>
            <a:r>
              <a:rPr sz="1650" b="0">
                <a:solidFill>
                  <a:srgbClr val="FFFFFF"/>
                </a:solidFill>
                <a:latin typeface="Segoe UI"/>
                <a:ea typeface="Segoe UI"/>
                <a:cs typeface="Segoe UI"/>
              </a:rPr>
              <a:t>Complex care journeys</a:t>
            </a:r>
          </a:p>
        </p:txBody>
      </p:sp>
      <p:sp>
        <p:nvSpPr>
          <p:cNvPr id="43" name="rect-293">
            <a:extLst xmlns:a="http://schemas.openxmlformats.org/drawingml/2006/main">
              <a:ext uri="{FF2B5EF4-FFF2-40B4-BE49-F238E27FC236}">
                <a16:creationId xmlns:a16="http://schemas.microsoft.com/office/drawing/2014/main" id="{B8AFD4AA-64B9-4A47-8DDA-B8CA2FC38B50}"/>
              </a:ext>
            </a:extLst>
          </p:cNvPr>
          <p:cNvSpPr>
            <a:spLocks xmlns:a="http://schemas.openxmlformats.org/drawingml/2006/main" noGrp="1"/>
          </p:cNvSpPr>
          <p:nvPr/>
        </p:nvSpPr>
        <p:spPr>
          <a:xfrm xmlns:a="http://schemas.openxmlformats.org/drawingml/2006/main">
            <a:off x="0" y="6096000"/>
            <a:ext cx="12192000" cy="762000"/>
          </a:xfrm>
          <a:prstGeom xmlns:a="http://schemas.openxmlformats.org/drawingml/2006/main" prst="rect">
            <a:avLst/>
          </a:prstGeom>
          <a:solidFill xmlns:a="http://schemas.openxmlformats.org/drawingml/2006/main">
            <a:srgbClr val="00335B"/>
          </a:solidFill>
          <a:ln xmlns:a="http://schemas.openxmlformats.org/drawingml/2006/main" w="0">
            <a:noFill/>
            <a:prstDash val="solid"/>
          </a:ln>
        </p:spPr>
      </p:sp>
      <p:sp>
        <p:nvSpPr>
          <p:cNvPr id="44" name="line-294">
            <a:extLst xmlns:a="http://schemas.openxmlformats.org/drawingml/2006/main">
              <a:ext uri="{FF2B5EF4-FFF2-40B4-BE49-F238E27FC236}">
                <a16:creationId xmlns:a16="http://schemas.microsoft.com/office/drawing/2014/main" id="{A30952C6-4D6D-47AA-BD56-681F7CE73BC7}"/>
              </a:ext>
            </a:extLst>
          </p:cNvPr>
          <p:cNvSpPr>
            <a:spLocks xmlns:a="http://schemas.openxmlformats.org/drawingml/2006/main" noGrp="1"/>
          </p:cNvSpPr>
          <p:nvPr/>
        </p:nvSpPr>
        <p:spPr>
          <a:xfrm xmlns:a="http://schemas.openxmlformats.org/drawingml/2006/main">
            <a:off x="1028700" y="6315075"/>
            <a:ext cx="1685925" cy="0"/>
          </a:xfrm>
          <a:prstGeom xmlns:a="http://schemas.openxmlformats.org/drawingml/2006/main" prst="line">
            <a:avLst/>
          </a:prstGeom>
          <a:noFill xmlns:a="http://schemas.openxmlformats.org/drawingml/2006/main"/>
          <a:ln xmlns:a="http://schemas.openxmlformats.org/drawingml/2006/main" w="19050">
            <a:solidFill>
              <a:srgbClr val="BDE5FF"/>
            </a:solidFill>
            <a:prstDash val="solid"/>
          </a:ln>
        </p:spPr>
      </p:sp>
      <p:sp>
        <p:nvSpPr>
          <p:cNvPr id="45" name="line-295">
            <a:extLst xmlns:a="http://schemas.openxmlformats.org/drawingml/2006/main">
              <a:ext uri="{FF2B5EF4-FFF2-40B4-BE49-F238E27FC236}">
                <a16:creationId xmlns:a16="http://schemas.microsoft.com/office/drawing/2014/main" id="{0AFA74EC-82A3-4AA2-88F7-88EDB2DA7319}"/>
              </a:ext>
            </a:extLst>
          </p:cNvPr>
          <p:cNvSpPr>
            <a:spLocks xmlns:a="http://schemas.openxmlformats.org/drawingml/2006/main" noGrp="1"/>
          </p:cNvSpPr>
          <p:nvPr/>
        </p:nvSpPr>
        <p:spPr>
          <a:xfrm xmlns:a="http://schemas.openxmlformats.org/drawingml/2006/main">
            <a:off x="2714625" y="6315075"/>
            <a:ext cx="1685925" cy="0"/>
          </a:xfrm>
          <a:prstGeom xmlns:a="http://schemas.openxmlformats.org/drawingml/2006/main" prst="line">
            <a:avLst/>
          </a:prstGeom>
          <a:noFill xmlns:a="http://schemas.openxmlformats.org/drawingml/2006/main"/>
          <a:ln xmlns:a="http://schemas.openxmlformats.org/drawingml/2006/main" w="19050">
            <a:solidFill>
              <a:srgbClr val="BDE5FF"/>
            </a:solidFill>
            <a:prstDash val="solid"/>
          </a:ln>
        </p:spPr>
      </p:sp>
      <p:sp>
        <p:nvSpPr>
          <p:cNvPr id="46" name="line-296">
            <a:extLst xmlns:a="http://schemas.openxmlformats.org/drawingml/2006/main">
              <a:ext uri="{FF2B5EF4-FFF2-40B4-BE49-F238E27FC236}">
                <a16:creationId xmlns:a16="http://schemas.microsoft.com/office/drawing/2014/main" id="{6814E472-4B5E-4358-87D3-53F1F7AE5DCF}"/>
              </a:ext>
            </a:extLst>
          </p:cNvPr>
          <p:cNvSpPr>
            <a:spLocks xmlns:a="http://schemas.openxmlformats.org/drawingml/2006/main" noGrp="1"/>
          </p:cNvSpPr>
          <p:nvPr/>
        </p:nvSpPr>
        <p:spPr>
          <a:xfrm xmlns:a="http://schemas.openxmlformats.org/drawingml/2006/main">
            <a:off x="4400550" y="6315075"/>
            <a:ext cx="1685925" cy="0"/>
          </a:xfrm>
          <a:prstGeom xmlns:a="http://schemas.openxmlformats.org/drawingml/2006/main" prst="line">
            <a:avLst/>
          </a:prstGeom>
          <a:noFill xmlns:a="http://schemas.openxmlformats.org/drawingml/2006/main"/>
          <a:ln xmlns:a="http://schemas.openxmlformats.org/drawingml/2006/main" w="19050">
            <a:solidFill>
              <a:srgbClr val="BDE5FF"/>
            </a:solidFill>
            <a:prstDash val="solid"/>
          </a:ln>
        </p:spPr>
      </p:sp>
      <p:sp>
        <p:nvSpPr>
          <p:cNvPr id="47" name="line-297">
            <a:extLst xmlns:a="http://schemas.openxmlformats.org/drawingml/2006/main">
              <a:ext uri="{FF2B5EF4-FFF2-40B4-BE49-F238E27FC236}">
                <a16:creationId xmlns:a16="http://schemas.microsoft.com/office/drawing/2014/main" id="{9E4930C6-6D57-4EB6-9E24-73D281163841}"/>
              </a:ext>
            </a:extLst>
          </p:cNvPr>
          <p:cNvSpPr>
            <a:spLocks xmlns:a="http://schemas.openxmlformats.org/drawingml/2006/main" noGrp="1"/>
          </p:cNvSpPr>
          <p:nvPr/>
        </p:nvSpPr>
        <p:spPr>
          <a:xfrm xmlns:a="http://schemas.openxmlformats.org/drawingml/2006/main">
            <a:off x="6086475" y="6315075"/>
            <a:ext cx="1685925" cy="0"/>
          </a:xfrm>
          <a:prstGeom xmlns:a="http://schemas.openxmlformats.org/drawingml/2006/main" prst="line">
            <a:avLst/>
          </a:prstGeom>
          <a:noFill xmlns:a="http://schemas.openxmlformats.org/drawingml/2006/main"/>
          <a:ln xmlns:a="http://schemas.openxmlformats.org/drawingml/2006/main" w="19050">
            <a:solidFill>
              <a:srgbClr val="BDE5FF"/>
            </a:solidFill>
            <a:prstDash val="solid"/>
          </a:ln>
        </p:spPr>
      </p:sp>
      <p:sp>
        <p:nvSpPr>
          <p:cNvPr id="48" name="line-298">
            <a:extLst xmlns:a="http://schemas.openxmlformats.org/drawingml/2006/main">
              <a:ext uri="{FF2B5EF4-FFF2-40B4-BE49-F238E27FC236}">
                <a16:creationId xmlns:a16="http://schemas.microsoft.com/office/drawing/2014/main" id="{9E0E5273-D757-41E3-91CB-B217D18D71BF}"/>
              </a:ext>
            </a:extLst>
          </p:cNvPr>
          <p:cNvSpPr>
            <a:spLocks xmlns:a="http://schemas.openxmlformats.org/drawingml/2006/main" noGrp="1"/>
          </p:cNvSpPr>
          <p:nvPr/>
        </p:nvSpPr>
        <p:spPr>
          <a:xfrm xmlns:a="http://schemas.openxmlformats.org/drawingml/2006/main">
            <a:off x="7772400" y="6315075"/>
            <a:ext cx="1685925" cy="0"/>
          </a:xfrm>
          <a:prstGeom xmlns:a="http://schemas.openxmlformats.org/drawingml/2006/main" prst="line">
            <a:avLst/>
          </a:prstGeom>
          <a:noFill xmlns:a="http://schemas.openxmlformats.org/drawingml/2006/main"/>
          <a:ln xmlns:a="http://schemas.openxmlformats.org/drawingml/2006/main" w="19050">
            <a:solidFill>
              <a:srgbClr val="BDE5FF"/>
            </a:solidFill>
            <a:prstDash val="solid"/>
          </a:ln>
        </p:spPr>
      </p:sp>
      <p:sp>
        <p:nvSpPr>
          <p:cNvPr id="49" name="line-299">
            <a:extLst xmlns:a="http://schemas.openxmlformats.org/drawingml/2006/main">
              <a:ext uri="{FF2B5EF4-FFF2-40B4-BE49-F238E27FC236}">
                <a16:creationId xmlns:a16="http://schemas.microsoft.com/office/drawing/2014/main" id="{0F2337B1-7BAA-49DE-AC60-F165DA151579}"/>
              </a:ext>
            </a:extLst>
          </p:cNvPr>
          <p:cNvSpPr>
            <a:spLocks xmlns:a="http://schemas.openxmlformats.org/drawingml/2006/main" noGrp="1"/>
          </p:cNvSpPr>
          <p:nvPr/>
        </p:nvSpPr>
        <p:spPr>
          <a:xfrm xmlns:a="http://schemas.openxmlformats.org/drawingml/2006/main">
            <a:off x="9458325" y="6315075"/>
            <a:ext cx="1685925" cy="0"/>
          </a:xfrm>
          <a:prstGeom xmlns:a="http://schemas.openxmlformats.org/drawingml/2006/main" prst="line">
            <a:avLst/>
          </a:prstGeom>
          <a:noFill xmlns:a="http://schemas.openxmlformats.org/drawingml/2006/main"/>
          <a:ln xmlns:a="http://schemas.openxmlformats.org/drawingml/2006/main" w="19050">
            <a:solidFill>
              <a:srgbClr val="BDE5FF"/>
            </a:solidFill>
            <a:prstDash val="solid"/>
          </a:ln>
        </p:spPr>
      </p:sp>
      <p:sp>
        <p:nvSpPr>
          <p:cNvPr id="50" name="ellipse-300">
            <a:extLst xmlns:a="http://schemas.openxmlformats.org/drawingml/2006/main">
              <a:ext uri="{FF2B5EF4-FFF2-40B4-BE49-F238E27FC236}">
                <a16:creationId xmlns:a16="http://schemas.microsoft.com/office/drawing/2014/main" id="{B14F6DCA-668D-4718-9467-8178A52B5EA7}"/>
              </a:ext>
            </a:extLst>
          </p:cNvPr>
          <p:cNvSpPr>
            <a:spLocks xmlns:a="http://schemas.openxmlformats.org/drawingml/2006/main" noGrp="1"/>
          </p:cNvSpPr>
          <p:nvPr/>
        </p:nvSpPr>
        <p:spPr>
          <a:xfrm xmlns:a="http://schemas.openxmlformats.org/drawingml/2006/main">
            <a:off x="962025" y="6248400"/>
            <a:ext cx="133350" cy="133350"/>
          </a:xfrm>
          <a:prstGeom xmlns:a="http://schemas.openxmlformats.org/drawingml/2006/main" prst="ellipse">
            <a:avLst/>
          </a:prstGeom>
          <a:solidFill xmlns:a="http://schemas.openxmlformats.org/drawingml/2006/main">
            <a:srgbClr val="BDE5FF"/>
          </a:solidFill>
          <a:ln xmlns:a="http://schemas.openxmlformats.org/drawingml/2006/main" w="14288">
            <a:solidFill>
              <a:srgbClr val="6691AF"/>
            </a:solidFill>
            <a:prstDash val="solid"/>
          </a:ln>
        </p:spPr>
      </p:sp>
      <p:sp>
        <p:nvSpPr>
          <p:cNvPr id="51" name="textbox-301">
            <a:extLst xmlns:a="http://schemas.openxmlformats.org/drawingml/2006/main">
              <a:ext uri="{FF2B5EF4-FFF2-40B4-BE49-F238E27FC236}">
                <a16:creationId xmlns:a16="http://schemas.microsoft.com/office/drawing/2014/main" id="{FAA5CEC4-609D-4D0F-B17E-5436AE370FF6}"/>
              </a:ext>
            </a:extLst>
          </p:cNvPr>
          <p:cNvSpPr>
            <a:spLocks xmlns:a="http://schemas.openxmlformats.org/drawingml/2006/main" noGrp="1"/>
          </p:cNvSpPr>
          <p:nvPr/>
        </p:nvSpPr>
        <p:spPr>
          <a:xfrm xmlns:a="http://schemas.openxmlformats.org/drawingml/2006/main">
            <a:off x="942975" y="62007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00335B"/>
                </a:solidFill>
                <a:latin typeface="Segoe UI"/>
                <a:ea typeface="Segoe UI"/>
                <a:cs typeface="Segoe UI"/>
              </a:defRPr>
            </a:pPr>
            <a:r>
              <a:rPr sz="1125" b="1">
                <a:solidFill>
                  <a:srgbClr val="00335B"/>
                </a:solidFill>
                <a:latin typeface="Segoe UI"/>
                <a:ea typeface="Segoe UI"/>
                <a:cs typeface="Segoe UI"/>
              </a:rPr>
              <a:t>✓</a:t>
            </a:r>
          </a:p>
        </p:txBody>
      </p:sp>
      <p:sp>
        <p:nvSpPr>
          <p:cNvPr id="52" name="textbox-302">
            <a:extLst xmlns:a="http://schemas.openxmlformats.org/drawingml/2006/main">
              <a:ext uri="{FF2B5EF4-FFF2-40B4-BE49-F238E27FC236}">
                <a16:creationId xmlns:a16="http://schemas.microsoft.com/office/drawing/2014/main" id="{506A4C1B-D3E9-4004-B6B6-9DF61DADDF25}"/>
              </a:ext>
            </a:extLst>
          </p:cNvPr>
          <p:cNvSpPr>
            <a:spLocks xmlns:a="http://schemas.openxmlformats.org/drawingml/2006/main" noGrp="1"/>
          </p:cNvSpPr>
          <p:nvPr/>
        </p:nvSpPr>
        <p:spPr>
          <a:xfrm xmlns:a="http://schemas.openxmlformats.org/drawingml/2006/main">
            <a:off x="36195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A4C5DC"/>
                </a:solidFill>
                <a:latin typeface="Segoe UI"/>
                <a:ea typeface="Segoe UI"/>
                <a:cs typeface="Segoe UI"/>
              </a:defRPr>
            </a:pPr>
            <a:r>
              <a:rPr sz="1050" b="0">
                <a:solidFill>
                  <a:srgbClr val="A4C5DC"/>
                </a:solidFill>
                <a:latin typeface="Segoe UI"/>
                <a:ea typeface="Segoe UI"/>
                <a:cs typeface="Segoe UI"/>
              </a:rPr>
              <a:t>ARRIVE</a:t>
            </a:r>
          </a:p>
        </p:txBody>
      </p:sp>
      <p:sp>
        <p:nvSpPr>
          <p:cNvPr id="53" name="ellipse-303">
            <a:extLst xmlns:a="http://schemas.openxmlformats.org/drawingml/2006/main">
              <a:ext uri="{FF2B5EF4-FFF2-40B4-BE49-F238E27FC236}">
                <a16:creationId xmlns:a16="http://schemas.microsoft.com/office/drawing/2014/main" id="{406AACF6-072B-4F02-B05A-14F84D0DB860}"/>
              </a:ext>
            </a:extLst>
          </p:cNvPr>
          <p:cNvSpPr>
            <a:spLocks xmlns:a="http://schemas.openxmlformats.org/drawingml/2006/main" noGrp="1"/>
          </p:cNvSpPr>
          <p:nvPr/>
        </p:nvSpPr>
        <p:spPr>
          <a:xfrm xmlns:a="http://schemas.openxmlformats.org/drawingml/2006/main">
            <a:off x="2647950" y="6248400"/>
            <a:ext cx="133350" cy="133350"/>
          </a:xfrm>
          <a:prstGeom xmlns:a="http://schemas.openxmlformats.org/drawingml/2006/main" prst="ellipse">
            <a:avLst/>
          </a:prstGeom>
          <a:solidFill xmlns:a="http://schemas.openxmlformats.org/drawingml/2006/main">
            <a:srgbClr val="BDE5FF"/>
          </a:solidFill>
          <a:ln xmlns:a="http://schemas.openxmlformats.org/drawingml/2006/main" w="14288">
            <a:solidFill>
              <a:srgbClr val="6691AF"/>
            </a:solidFill>
            <a:prstDash val="solid"/>
          </a:ln>
        </p:spPr>
      </p:sp>
      <p:sp>
        <p:nvSpPr>
          <p:cNvPr id="54" name="textbox-304">
            <a:extLst xmlns:a="http://schemas.openxmlformats.org/drawingml/2006/main">
              <a:ext uri="{FF2B5EF4-FFF2-40B4-BE49-F238E27FC236}">
                <a16:creationId xmlns:a16="http://schemas.microsoft.com/office/drawing/2014/main" id="{C44D2288-97DF-4447-B771-33E47D6940E4}"/>
              </a:ext>
            </a:extLst>
          </p:cNvPr>
          <p:cNvSpPr>
            <a:spLocks xmlns:a="http://schemas.openxmlformats.org/drawingml/2006/main" noGrp="1"/>
          </p:cNvSpPr>
          <p:nvPr/>
        </p:nvSpPr>
        <p:spPr>
          <a:xfrm xmlns:a="http://schemas.openxmlformats.org/drawingml/2006/main">
            <a:off x="2628900" y="62007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00335B"/>
                </a:solidFill>
                <a:latin typeface="Segoe UI"/>
                <a:ea typeface="Segoe UI"/>
                <a:cs typeface="Segoe UI"/>
              </a:defRPr>
            </a:pPr>
            <a:r>
              <a:rPr sz="1125" b="1">
                <a:solidFill>
                  <a:srgbClr val="00335B"/>
                </a:solidFill>
                <a:latin typeface="Segoe UI"/>
                <a:ea typeface="Segoe UI"/>
                <a:cs typeface="Segoe UI"/>
              </a:rPr>
              <a:t>✓</a:t>
            </a:r>
          </a:p>
        </p:txBody>
      </p:sp>
      <p:sp>
        <p:nvSpPr>
          <p:cNvPr id="55" name="textbox-305">
            <a:extLst xmlns:a="http://schemas.openxmlformats.org/drawingml/2006/main">
              <a:ext uri="{FF2B5EF4-FFF2-40B4-BE49-F238E27FC236}">
                <a16:creationId xmlns:a16="http://schemas.microsoft.com/office/drawing/2014/main" id="{D7CA1DC6-3389-42DB-B3D0-B5049228CBFD}"/>
              </a:ext>
            </a:extLst>
          </p:cNvPr>
          <p:cNvSpPr>
            <a:spLocks xmlns:a="http://schemas.openxmlformats.org/drawingml/2006/main" noGrp="1"/>
          </p:cNvSpPr>
          <p:nvPr/>
        </p:nvSpPr>
        <p:spPr>
          <a:xfrm xmlns:a="http://schemas.openxmlformats.org/drawingml/2006/main">
            <a:off x="204787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A4C5DC"/>
                </a:solidFill>
                <a:latin typeface="Segoe UI"/>
                <a:ea typeface="Segoe UI"/>
                <a:cs typeface="Segoe UI"/>
              </a:defRPr>
            </a:pPr>
            <a:r>
              <a:rPr sz="1050" b="0">
                <a:solidFill>
                  <a:srgbClr val="A4C5DC"/>
                </a:solidFill>
                <a:latin typeface="Segoe UI"/>
                <a:ea typeface="Segoe UI"/>
                <a:cs typeface="Segoe UI"/>
              </a:rPr>
              <a:t>SHARE</a:t>
            </a:r>
          </a:p>
        </p:txBody>
      </p:sp>
      <p:sp>
        <p:nvSpPr>
          <p:cNvPr id="56" name="ellipse-306">
            <a:extLst xmlns:a="http://schemas.openxmlformats.org/drawingml/2006/main">
              <a:ext uri="{FF2B5EF4-FFF2-40B4-BE49-F238E27FC236}">
                <a16:creationId xmlns:a16="http://schemas.microsoft.com/office/drawing/2014/main" id="{2FD5D15A-791B-4178-AE87-D5E621ECCD9B}"/>
              </a:ext>
            </a:extLst>
          </p:cNvPr>
          <p:cNvSpPr>
            <a:spLocks xmlns:a="http://schemas.openxmlformats.org/drawingml/2006/main" noGrp="1"/>
          </p:cNvSpPr>
          <p:nvPr/>
        </p:nvSpPr>
        <p:spPr>
          <a:xfrm xmlns:a="http://schemas.openxmlformats.org/drawingml/2006/main">
            <a:off x="4333875" y="6248400"/>
            <a:ext cx="133350" cy="133350"/>
          </a:xfrm>
          <a:prstGeom xmlns:a="http://schemas.openxmlformats.org/drawingml/2006/main" prst="ellipse">
            <a:avLst/>
          </a:prstGeom>
          <a:solidFill xmlns:a="http://schemas.openxmlformats.org/drawingml/2006/main">
            <a:srgbClr val="BDE5FF"/>
          </a:solidFill>
          <a:ln xmlns:a="http://schemas.openxmlformats.org/drawingml/2006/main" w="14288">
            <a:solidFill>
              <a:srgbClr val="6691AF"/>
            </a:solidFill>
            <a:prstDash val="solid"/>
          </a:ln>
        </p:spPr>
      </p:sp>
      <p:sp>
        <p:nvSpPr>
          <p:cNvPr id="57" name="textbox-307">
            <a:extLst xmlns:a="http://schemas.openxmlformats.org/drawingml/2006/main">
              <a:ext uri="{FF2B5EF4-FFF2-40B4-BE49-F238E27FC236}">
                <a16:creationId xmlns:a16="http://schemas.microsoft.com/office/drawing/2014/main" id="{F5782382-7DC0-499C-B951-D837DBDD7691}"/>
              </a:ext>
            </a:extLst>
          </p:cNvPr>
          <p:cNvSpPr>
            <a:spLocks xmlns:a="http://schemas.openxmlformats.org/drawingml/2006/main" noGrp="1"/>
          </p:cNvSpPr>
          <p:nvPr/>
        </p:nvSpPr>
        <p:spPr>
          <a:xfrm xmlns:a="http://schemas.openxmlformats.org/drawingml/2006/main">
            <a:off x="4314825" y="62007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00335B"/>
                </a:solidFill>
                <a:latin typeface="Segoe UI"/>
                <a:ea typeface="Segoe UI"/>
                <a:cs typeface="Segoe UI"/>
              </a:defRPr>
            </a:pPr>
            <a:r>
              <a:rPr sz="1125" b="1">
                <a:solidFill>
                  <a:srgbClr val="00335B"/>
                </a:solidFill>
                <a:latin typeface="Segoe UI"/>
                <a:ea typeface="Segoe UI"/>
                <a:cs typeface="Segoe UI"/>
              </a:rPr>
              <a:t>✓</a:t>
            </a:r>
          </a:p>
        </p:txBody>
      </p:sp>
      <p:sp>
        <p:nvSpPr>
          <p:cNvPr id="58" name="textbox-308">
            <a:extLst xmlns:a="http://schemas.openxmlformats.org/drawingml/2006/main">
              <a:ext uri="{FF2B5EF4-FFF2-40B4-BE49-F238E27FC236}">
                <a16:creationId xmlns:a16="http://schemas.microsoft.com/office/drawing/2014/main" id="{58265D5C-2BE1-4EF1-8D59-1766F713B772}"/>
              </a:ext>
            </a:extLst>
          </p:cNvPr>
          <p:cNvSpPr>
            <a:spLocks xmlns:a="http://schemas.openxmlformats.org/drawingml/2006/main" noGrp="1"/>
          </p:cNvSpPr>
          <p:nvPr/>
        </p:nvSpPr>
        <p:spPr>
          <a:xfrm xmlns:a="http://schemas.openxmlformats.org/drawingml/2006/main">
            <a:off x="373380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A4C5DC"/>
                </a:solidFill>
                <a:latin typeface="Segoe UI"/>
                <a:ea typeface="Segoe UI"/>
                <a:cs typeface="Segoe UI"/>
              </a:defRPr>
            </a:pPr>
            <a:r>
              <a:rPr sz="1050" b="0">
                <a:solidFill>
                  <a:srgbClr val="A4C5DC"/>
                </a:solidFill>
                <a:latin typeface="Segoe UI"/>
                <a:ea typeface="Segoe UI"/>
                <a:cs typeface="Segoe UI"/>
              </a:rPr>
              <a:t>NEED</a:t>
            </a:r>
          </a:p>
        </p:txBody>
      </p:sp>
      <p:sp>
        <p:nvSpPr>
          <p:cNvPr id="59" name="ellipse-309">
            <a:extLst xmlns:a="http://schemas.openxmlformats.org/drawingml/2006/main">
              <a:ext uri="{FF2B5EF4-FFF2-40B4-BE49-F238E27FC236}">
                <a16:creationId xmlns:a16="http://schemas.microsoft.com/office/drawing/2014/main" id="{FD6F612D-500D-434B-9D1C-790C517B7B16}"/>
              </a:ext>
            </a:extLst>
          </p:cNvPr>
          <p:cNvSpPr>
            <a:spLocks xmlns:a="http://schemas.openxmlformats.org/drawingml/2006/main" noGrp="1"/>
          </p:cNvSpPr>
          <p:nvPr/>
        </p:nvSpPr>
        <p:spPr>
          <a:xfrm xmlns:a="http://schemas.openxmlformats.org/drawingml/2006/main">
            <a:off x="6019800" y="6248400"/>
            <a:ext cx="133350" cy="133350"/>
          </a:xfrm>
          <a:prstGeom xmlns:a="http://schemas.openxmlformats.org/drawingml/2006/main" prst="ellipse">
            <a:avLst/>
          </a:prstGeom>
          <a:solidFill xmlns:a="http://schemas.openxmlformats.org/drawingml/2006/main">
            <a:srgbClr val="BDE5FF"/>
          </a:solidFill>
          <a:ln xmlns:a="http://schemas.openxmlformats.org/drawingml/2006/main" w="14288">
            <a:solidFill>
              <a:srgbClr val="6691AF"/>
            </a:solidFill>
            <a:prstDash val="solid"/>
          </a:ln>
        </p:spPr>
      </p:sp>
      <p:sp>
        <p:nvSpPr>
          <p:cNvPr id="60" name="textbox-310">
            <a:extLst xmlns:a="http://schemas.openxmlformats.org/drawingml/2006/main">
              <a:ext uri="{FF2B5EF4-FFF2-40B4-BE49-F238E27FC236}">
                <a16:creationId xmlns:a16="http://schemas.microsoft.com/office/drawing/2014/main" id="{98551F2B-101B-4897-9FA1-6CC9081B08FC}"/>
              </a:ext>
            </a:extLst>
          </p:cNvPr>
          <p:cNvSpPr>
            <a:spLocks xmlns:a="http://schemas.openxmlformats.org/drawingml/2006/main" noGrp="1"/>
          </p:cNvSpPr>
          <p:nvPr/>
        </p:nvSpPr>
        <p:spPr>
          <a:xfrm xmlns:a="http://schemas.openxmlformats.org/drawingml/2006/main">
            <a:off x="6000750" y="62007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00335B"/>
                </a:solidFill>
                <a:latin typeface="Segoe UI"/>
                <a:ea typeface="Segoe UI"/>
                <a:cs typeface="Segoe UI"/>
              </a:defRPr>
            </a:pPr>
            <a:r>
              <a:rPr sz="1125" b="1">
                <a:solidFill>
                  <a:srgbClr val="00335B"/>
                </a:solidFill>
                <a:latin typeface="Segoe UI"/>
                <a:ea typeface="Segoe UI"/>
                <a:cs typeface="Segoe UI"/>
              </a:rPr>
              <a:t>✓</a:t>
            </a:r>
          </a:p>
        </p:txBody>
      </p:sp>
      <p:sp>
        <p:nvSpPr>
          <p:cNvPr id="61" name="textbox-311">
            <a:extLst xmlns:a="http://schemas.openxmlformats.org/drawingml/2006/main">
              <a:ext uri="{FF2B5EF4-FFF2-40B4-BE49-F238E27FC236}">
                <a16:creationId xmlns:a16="http://schemas.microsoft.com/office/drawing/2014/main" id="{763BBFA4-3B99-4E6D-ABAD-754748993E6F}"/>
              </a:ext>
            </a:extLst>
          </p:cNvPr>
          <p:cNvSpPr>
            <a:spLocks xmlns:a="http://schemas.openxmlformats.org/drawingml/2006/main" noGrp="1"/>
          </p:cNvSpPr>
          <p:nvPr/>
        </p:nvSpPr>
        <p:spPr>
          <a:xfrm xmlns:a="http://schemas.openxmlformats.org/drawingml/2006/main">
            <a:off x="541972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A4C5DC"/>
                </a:solidFill>
                <a:latin typeface="Segoe UI"/>
                <a:ea typeface="Segoe UI"/>
                <a:cs typeface="Segoe UI"/>
              </a:defRPr>
            </a:pPr>
            <a:r>
              <a:rPr sz="1050" b="0">
                <a:solidFill>
                  <a:srgbClr val="A4C5DC"/>
                </a:solidFill>
                <a:latin typeface="Segoe UI"/>
                <a:ea typeface="Segoe UI"/>
                <a:cs typeface="Segoe UI"/>
              </a:rPr>
              <a:t>NAVIGATE</a:t>
            </a:r>
          </a:p>
        </p:txBody>
      </p:sp>
      <p:sp>
        <p:nvSpPr>
          <p:cNvPr id="62" name="ellipse-312">
            <a:extLst xmlns:a="http://schemas.openxmlformats.org/drawingml/2006/main">
              <a:ext uri="{FF2B5EF4-FFF2-40B4-BE49-F238E27FC236}">
                <a16:creationId xmlns:a16="http://schemas.microsoft.com/office/drawing/2014/main" id="{978F5673-1AC5-4AB8-A176-29125C51BFD9}"/>
              </a:ext>
            </a:extLst>
          </p:cNvPr>
          <p:cNvSpPr>
            <a:spLocks xmlns:a="http://schemas.openxmlformats.org/drawingml/2006/main" noGrp="1"/>
          </p:cNvSpPr>
          <p:nvPr/>
        </p:nvSpPr>
        <p:spPr>
          <a:xfrm xmlns:a="http://schemas.openxmlformats.org/drawingml/2006/main">
            <a:off x="7705725" y="6248400"/>
            <a:ext cx="133350" cy="133350"/>
          </a:xfrm>
          <a:prstGeom xmlns:a="http://schemas.openxmlformats.org/drawingml/2006/main" prst="ellipse">
            <a:avLst/>
          </a:prstGeom>
          <a:solidFill xmlns:a="http://schemas.openxmlformats.org/drawingml/2006/main">
            <a:srgbClr val="BDE5FF"/>
          </a:solidFill>
          <a:ln xmlns:a="http://schemas.openxmlformats.org/drawingml/2006/main" w="14288">
            <a:solidFill>
              <a:srgbClr val="6691AF"/>
            </a:solidFill>
            <a:prstDash val="solid"/>
          </a:ln>
        </p:spPr>
      </p:sp>
      <p:sp>
        <p:nvSpPr>
          <p:cNvPr id="63" name="textbox-313">
            <a:extLst xmlns:a="http://schemas.openxmlformats.org/drawingml/2006/main">
              <a:ext uri="{FF2B5EF4-FFF2-40B4-BE49-F238E27FC236}">
                <a16:creationId xmlns:a16="http://schemas.microsoft.com/office/drawing/2014/main" id="{40198EE7-1995-4134-88C2-F4B816E5863B}"/>
              </a:ext>
            </a:extLst>
          </p:cNvPr>
          <p:cNvSpPr>
            <a:spLocks xmlns:a="http://schemas.openxmlformats.org/drawingml/2006/main" noGrp="1"/>
          </p:cNvSpPr>
          <p:nvPr/>
        </p:nvSpPr>
        <p:spPr>
          <a:xfrm xmlns:a="http://schemas.openxmlformats.org/drawingml/2006/main">
            <a:off x="7686675" y="62007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00335B"/>
                </a:solidFill>
                <a:latin typeface="Segoe UI"/>
                <a:ea typeface="Segoe UI"/>
                <a:cs typeface="Segoe UI"/>
              </a:defRPr>
            </a:pPr>
            <a:r>
              <a:rPr sz="1125" b="1">
                <a:solidFill>
                  <a:srgbClr val="00335B"/>
                </a:solidFill>
                <a:latin typeface="Segoe UI"/>
                <a:ea typeface="Segoe UI"/>
                <a:cs typeface="Segoe UI"/>
              </a:rPr>
              <a:t>✓</a:t>
            </a:r>
          </a:p>
        </p:txBody>
      </p:sp>
      <p:sp>
        <p:nvSpPr>
          <p:cNvPr id="64" name="textbox-314">
            <a:extLst xmlns:a="http://schemas.openxmlformats.org/drawingml/2006/main">
              <a:ext uri="{FF2B5EF4-FFF2-40B4-BE49-F238E27FC236}">
                <a16:creationId xmlns:a16="http://schemas.microsoft.com/office/drawing/2014/main" id="{79A8BB32-EF94-435D-A521-958AAB6105EC}"/>
              </a:ext>
            </a:extLst>
          </p:cNvPr>
          <p:cNvSpPr>
            <a:spLocks xmlns:a="http://schemas.openxmlformats.org/drawingml/2006/main" noGrp="1"/>
          </p:cNvSpPr>
          <p:nvPr/>
        </p:nvSpPr>
        <p:spPr>
          <a:xfrm xmlns:a="http://schemas.openxmlformats.org/drawingml/2006/main">
            <a:off x="710565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A4C5DC"/>
                </a:solidFill>
                <a:latin typeface="Segoe UI"/>
                <a:ea typeface="Segoe UI"/>
                <a:cs typeface="Segoe UI"/>
              </a:defRPr>
            </a:pPr>
            <a:r>
              <a:rPr sz="1050" b="0">
                <a:solidFill>
                  <a:srgbClr val="A4C5DC"/>
                </a:solidFill>
                <a:latin typeface="Segoe UI"/>
                <a:ea typeface="Segoe UI"/>
                <a:cs typeface="Segoe UI"/>
              </a:rPr>
              <a:t>CARE</a:t>
            </a:r>
          </a:p>
        </p:txBody>
      </p:sp>
      <p:sp>
        <p:nvSpPr>
          <p:cNvPr id="65" name="ellipse-315">
            <a:extLst xmlns:a="http://schemas.openxmlformats.org/drawingml/2006/main">
              <a:ext uri="{FF2B5EF4-FFF2-40B4-BE49-F238E27FC236}">
                <a16:creationId xmlns:a16="http://schemas.microsoft.com/office/drawing/2014/main" id="{2AF6C594-A3F9-4A8F-923C-D772A7F78AA9}"/>
              </a:ext>
            </a:extLst>
          </p:cNvPr>
          <p:cNvSpPr>
            <a:spLocks xmlns:a="http://schemas.openxmlformats.org/drawingml/2006/main" noGrp="1"/>
          </p:cNvSpPr>
          <p:nvPr/>
        </p:nvSpPr>
        <p:spPr>
          <a:xfrm xmlns:a="http://schemas.openxmlformats.org/drawingml/2006/main">
            <a:off x="9391650" y="6248400"/>
            <a:ext cx="133350" cy="133350"/>
          </a:xfrm>
          <a:prstGeom xmlns:a="http://schemas.openxmlformats.org/drawingml/2006/main" prst="ellipse">
            <a:avLst/>
          </a:prstGeom>
          <a:solidFill xmlns:a="http://schemas.openxmlformats.org/drawingml/2006/main">
            <a:srgbClr val="BDE5FF"/>
          </a:solidFill>
          <a:ln xmlns:a="http://schemas.openxmlformats.org/drawingml/2006/main" w="14288">
            <a:solidFill>
              <a:srgbClr val="6691AF"/>
            </a:solidFill>
            <a:prstDash val="solid"/>
          </a:ln>
        </p:spPr>
      </p:sp>
      <p:sp>
        <p:nvSpPr>
          <p:cNvPr id="66" name="textbox-316">
            <a:extLst xmlns:a="http://schemas.openxmlformats.org/drawingml/2006/main">
              <a:ext uri="{FF2B5EF4-FFF2-40B4-BE49-F238E27FC236}">
                <a16:creationId xmlns:a16="http://schemas.microsoft.com/office/drawing/2014/main" id="{32DDF814-C69F-4551-B68A-E7ECDA0BEC9B}"/>
              </a:ext>
            </a:extLst>
          </p:cNvPr>
          <p:cNvSpPr>
            <a:spLocks xmlns:a="http://schemas.openxmlformats.org/drawingml/2006/main" noGrp="1"/>
          </p:cNvSpPr>
          <p:nvPr/>
        </p:nvSpPr>
        <p:spPr>
          <a:xfrm xmlns:a="http://schemas.openxmlformats.org/drawingml/2006/main">
            <a:off x="9372600" y="62007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00335B"/>
                </a:solidFill>
                <a:latin typeface="Segoe UI"/>
                <a:ea typeface="Segoe UI"/>
                <a:cs typeface="Segoe UI"/>
              </a:defRPr>
            </a:pPr>
            <a:r>
              <a:rPr sz="1125" b="1">
                <a:solidFill>
                  <a:srgbClr val="00335B"/>
                </a:solidFill>
                <a:latin typeface="Segoe UI"/>
                <a:ea typeface="Segoe UI"/>
                <a:cs typeface="Segoe UI"/>
              </a:rPr>
              <a:t>✓</a:t>
            </a:r>
          </a:p>
        </p:txBody>
      </p:sp>
      <p:sp>
        <p:nvSpPr>
          <p:cNvPr id="67" name="textbox-317">
            <a:extLst xmlns:a="http://schemas.openxmlformats.org/drawingml/2006/main">
              <a:ext uri="{FF2B5EF4-FFF2-40B4-BE49-F238E27FC236}">
                <a16:creationId xmlns:a16="http://schemas.microsoft.com/office/drawing/2014/main" id="{2F04890C-56F3-4F1A-BC4E-CBA2DEE80B0F}"/>
              </a:ext>
            </a:extLst>
          </p:cNvPr>
          <p:cNvSpPr>
            <a:spLocks xmlns:a="http://schemas.openxmlformats.org/drawingml/2006/main" noGrp="1"/>
          </p:cNvSpPr>
          <p:nvPr/>
        </p:nvSpPr>
        <p:spPr>
          <a:xfrm xmlns:a="http://schemas.openxmlformats.org/drawingml/2006/main">
            <a:off x="8791575"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A4C5DC"/>
                </a:solidFill>
                <a:latin typeface="Segoe UI"/>
                <a:ea typeface="Segoe UI"/>
                <a:cs typeface="Segoe UI"/>
              </a:defRPr>
            </a:pPr>
            <a:r>
              <a:rPr sz="1050" b="0">
                <a:solidFill>
                  <a:srgbClr val="A4C5DC"/>
                </a:solidFill>
                <a:latin typeface="Segoe UI"/>
                <a:ea typeface="Segoe UI"/>
                <a:cs typeface="Segoe UI"/>
              </a:rPr>
              <a:t>FOLLOW UP</a:t>
            </a:r>
          </a:p>
        </p:txBody>
      </p:sp>
      <p:sp>
        <p:nvSpPr>
          <p:cNvPr id="68" name="ellipse-318">
            <a:extLst xmlns:a="http://schemas.openxmlformats.org/drawingml/2006/main">
              <a:ext uri="{FF2B5EF4-FFF2-40B4-BE49-F238E27FC236}">
                <a16:creationId xmlns:a16="http://schemas.microsoft.com/office/drawing/2014/main" id="{7A0B3A62-771F-4051-947C-7A579951DC62}"/>
              </a:ext>
            </a:extLst>
          </p:cNvPr>
          <p:cNvSpPr>
            <a:spLocks xmlns:a="http://schemas.openxmlformats.org/drawingml/2006/main" noGrp="1"/>
          </p:cNvSpPr>
          <p:nvPr/>
        </p:nvSpPr>
        <p:spPr>
          <a:xfrm xmlns:a="http://schemas.openxmlformats.org/drawingml/2006/main">
            <a:off x="11077575" y="6248400"/>
            <a:ext cx="133350" cy="133350"/>
          </a:xfrm>
          <a:prstGeom xmlns:a="http://schemas.openxmlformats.org/drawingml/2006/main" prst="ellipse">
            <a:avLst/>
          </a:prstGeom>
          <a:solidFill xmlns:a="http://schemas.openxmlformats.org/drawingml/2006/main">
            <a:srgbClr val="00335B"/>
          </a:solidFill>
          <a:ln xmlns:a="http://schemas.openxmlformats.org/drawingml/2006/main" w="14288">
            <a:solidFill>
              <a:srgbClr val="6691AF"/>
            </a:solidFill>
            <a:prstDash val="solid"/>
          </a:ln>
        </p:spPr>
      </p:sp>
      <p:sp>
        <p:nvSpPr>
          <p:cNvPr id="69" name="textbox-319">
            <a:extLst xmlns:a="http://schemas.openxmlformats.org/drawingml/2006/main">
              <a:ext uri="{FF2B5EF4-FFF2-40B4-BE49-F238E27FC236}">
                <a16:creationId xmlns:a16="http://schemas.microsoft.com/office/drawing/2014/main" id="{8D3C4149-7A6C-49B5-B5B2-B62D11028729}"/>
              </a:ext>
            </a:extLst>
          </p:cNvPr>
          <p:cNvSpPr>
            <a:spLocks xmlns:a="http://schemas.openxmlformats.org/drawingml/2006/main" noGrp="1"/>
          </p:cNvSpPr>
          <p:nvPr/>
        </p:nvSpPr>
        <p:spPr>
          <a:xfrm xmlns:a="http://schemas.openxmlformats.org/drawingml/2006/main">
            <a:off x="10477500" y="65341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Segoe UI"/>
                <a:ea typeface="Segoe UI"/>
                <a:cs typeface="Segoe UI"/>
              </a:defRPr>
            </a:pPr>
            <a:r>
              <a:rPr sz="1050" b="1">
                <a:solidFill>
                  <a:srgbClr val="FFFFFF"/>
                </a:solidFill>
                <a:latin typeface="Segoe UI"/>
                <a:ea typeface="Segoe UI"/>
                <a:cs typeface="Segoe UI"/>
              </a:rPr>
              <a:t>LEARN</a:t>
            </a:r>
          </a:p>
        </p:txBody>
      </p:sp>
      <p:sp>
        <p:nvSpPr>
          <p:cNvPr id="70" name="ellipse-320">
            <a:extLst xmlns:a="http://schemas.openxmlformats.org/drawingml/2006/main">
              <a:ext uri="{FF2B5EF4-FFF2-40B4-BE49-F238E27FC236}">
                <a16:creationId xmlns:a16="http://schemas.microsoft.com/office/drawing/2014/main" id="{45363DED-C550-4FAF-B883-AB250F970630}"/>
              </a:ext>
            </a:extLst>
          </p:cNvPr>
          <p:cNvSpPr>
            <a:spLocks xmlns:a="http://schemas.openxmlformats.org/drawingml/2006/main" noGrp="1"/>
          </p:cNvSpPr>
          <p:nvPr/>
        </p:nvSpPr>
        <p:spPr>
          <a:xfrm xmlns:a="http://schemas.openxmlformats.org/drawingml/2006/main">
            <a:off x="10887075" y="6038850"/>
            <a:ext cx="514350" cy="514350"/>
          </a:xfrm>
          <a:prstGeom xmlns:a="http://schemas.openxmlformats.org/drawingml/2006/main" prst="ellipse">
            <a:avLst/>
          </a:prstGeom>
          <a:solidFill xmlns:a="http://schemas.openxmlformats.org/drawingml/2006/main">
            <a:srgbClr val="FFFFFF"/>
          </a:solidFill>
          <a:ln xmlns:a="http://schemas.openxmlformats.org/drawingml/2006/main" w="23813">
            <a:solidFill>
              <a:srgbClr val="BDE5FF"/>
            </a:solidFill>
            <a:prstDash val="solid"/>
          </a:ln>
        </p:spPr>
      </p:sp>
      <p:pic>
        <p:nvPicPr>
          <p:cNvPr id="142" name=""/>
          <p:cNvPicPr>
            <a:picLocks xmlns:a="http://schemas.openxmlformats.org/drawingml/2006/main" noChangeAspect="1"/>
          </p:cNvPicPr>
          <p:nvPr/>
        </p:nvPicPr>
        <p:blipFill>
          <a:blip xmlns:r="http://schemas.openxmlformats.org/officeDocument/2006/relationships" xmlns:a="http://schemas.openxmlformats.org/drawingml/2006/main" r:embed="R092cdfd5ca774da9"/>
          <a:srcRect xmlns:a="http://schemas.openxmlformats.org/drawingml/2006/main" l="0" t="0" r="0" b="0"/>
          <a:stretch xmlns:a="http://schemas.openxmlformats.org/drawingml/2006/main">
            <a:fillRect l="0" t="0" r="0" b="0"/>
          </a:stretch>
        </p:blipFill>
        <p:spPr>
          <a:xfrm xmlns:a="http://schemas.openxmlformats.org/drawingml/2006/main">
            <a:off x="10915650" y="6067425"/>
            <a:ext cx="457200" cy="457200"/>
          </a:xfrm>
          <a:prstGeom xmlns:a="http://schemas.openxmlformats.org/drawingml/2006/main" prst="ellipse">
            <a:avLst/>
          </a:prstGeom>
        </p:spPr>
      </p:pic>
    </p:spTree>
    <p:extLst>
      <p:ext uri="{BB962C8B-B14F-4D97-AF65-F5344CB8AC3E}">
        <p14:creationId xmlns:p14="http://schemas.microsoft.com/office/powerpoint/2010/main" val="6026294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2026-09-28T03:58:17.9500000Z</dcterms:created>
  <dcterms:modified xsi:type="dcterms:W3CDTF">2026-09-28T03:58:17.9500000Z</dcterms:modified>
</coreProperties>
</file>